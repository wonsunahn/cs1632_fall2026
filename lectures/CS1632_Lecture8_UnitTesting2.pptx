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  <p:sldMasterId id="2147483681" r:id="rId2"/>
  </p:sldMasterIdLst>
  <p:notesMasterIdLst>
    <p:notesMasterId r:id="rId41"/>
  </p:notesMasterIdLst>
  <p:handoutMasterIdLst>
    <p:handoutMasterId r:id="rId42"/>
  </p:handoutMasterIdLst>
  <p:sldIdLst>
    <p:sldId id="256" r:id="rId3"/>
    <p:sldId id="450" r:id="rId4"/>
    <p:sldId id="325" r:id="rId5"/>
    <p:sldId id="451" r:id="rId6"/>
    <p:sldId id="326" r:id="rId7"/>
    <p:sldId id="328" r:id="rId8"/>
    <p:sldId id="327" r:id="rId9"/>
    <p:sldId id="324" r:id="rId10"/>
    <p:sldId id="329" r:id="rId11"/>
    <p:sldId id="330" r:id="rId12"/>
    <p:sldId id="452" r:id="rId13"/>
    <p:sldId id="343" r:id="rId14"/>
    <p:sldId id="331" r:id="rId15"/>
    <p:sldId id="332" r:id="rId16"/>
    <p:sldId id="358" r:id="rId17"/>
    <p:sldId id="359" r:id="rId18"/>
    <p:sldId id="360" r:id="rId19"/>
    <p:sldId id="333" r:id="rId20"/>
    <p:sldId id="334" r:id="rId21"/>
    <p:sldId id="336" r:id="rId22"/>
    <p:sldId id="337" r:id="rId23"/>
    <p:sldId id="361" r:id="rId24"/>
    <p:sldId id="362" r:id="rId25"/>
    <p:sldId id="363" r:id="rId26"/>
    <p:sldId id="340" r:id="rId27"/>
    <p:sldId id="364" r:id="rId28"/>
    <p:sldId id="365" r:id="rId29"/>
    <p:sldId id="348" r:id="rId30"/>
    <p:sldId id="349" r:id="rId31"/>
    <p:sldId id="350" r:id="rId32"/>
    <p:sldId id="353" r:id="rId33"/>
    <p:sldId id="262" r:id="rId34"/>
    <p:sldId id="351" r:id="rId35"/>
    <p:sldId id="352" r:id="rId36"/>
    <p:sldId id="354" r:id="rId37"/>
    <p:sldId id="355" r:id="rId38"/>
    <p:sldId id="341" r:id="rId39"/>
    <p:sldId id="28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501" autoAdjust="0"/>
    <p:restoredTop sz="94660"/>
  </p:normalViewPr>
  <p:slideViewPr>
    <p:cSldViewPr snapToGrid="0">
      <p:cViewPr varScale="1">
        <p:scale>
          <a:sx n="78" d="100"/>
          <a:sy n="78" d="100"/>
        </p:scale>
        <p:origin x="200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3C25D4-6BA8-45D7-A2FB-59026FEFADE4}" type="doc">
      <dgm:prSet loTypeId="urn:microsoft.com/office/officeart/2005/8/layout/hierarchy6" loCatId="hierarchy" qsTypeId="urn:microsoft.com/office/officeart/2005/8/quickstyle/simple3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A7CBDA62-3247-40EF-9923-1AAC913165EE}">
      <dgm:prSet phldrT="[Text]"/>
      <dgm:spPr/>
      <dgm:t>
        <a:bodyPr/>
        <a:lstStyle/>
        <a:p>
          <a:pPr algn="l"/>
          <a:r>
            <a:rPr lang="en-US" dirty="0"/>
            <a:t>class Game {</a:t>
          </a:r>
        </a:p>
        <a:p>
          <a:pPr algn="l"/>
          <a:r>
            <a:rPr lang="en-US" dirty="0"/>
            <a:t>  public static void main() {</a:t>
          </a:r>
        </a:p>
        <a:p>
          <a:pPr algn="l"/>
          <a:r>
            <a:rPr lang="en-US" dirty="0"/>
            <a:t>    </a:t>
          </a:r>
          <a:r>
            <a:rPr lang="en-US" dirty="0" err="1"/>
            <a:t>control.getInput</a:t>
          </a:r>
          <a:r>
            <a:rPr lang="en-US" dirty="0"/>
            <a:t>();</a:t>
          </a:r>
        </a:p>
        <a:p>
          <a:pPr algn="l"/>
          <a:r>
            <a:rPr lang="en-US" dirty="0"/>
            <a:t>    </a:t>
          </a:r>
          <a:r>
            <a:rPr lang="en-US" dirty="0" err="1"/>
            <a:t>display.show</a:t>
          </a:r>
          <a:r>
            <a:rPr lang="en-US" dirty="0"/>
            <a:t>();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6DC391D8-21E9-40A9-9A00-591966F7D532}" type="parTrans" cxnId="{F40C3B15-F467-42FE-B98A-CD458F23199D}">
      <dgm:prSet/>
      <dgm:spPr/>
      <dgm:t>
        <a:bodyPr/>
        <a:lstStyle/>
        <a:p>
          <a:endParaRPr lang="en-US"/>
        </a:p>
      </dgm:t>
    </dgm:pt>
    <dgm:pt modelId="{2514C668-152A-450D-9A8A-C2AFB56DE3AC}" type="sibTrans" cxnId="{F40C3B15-F467-42FE-B98A-CD458F23199D}">
      <dgm:prSet/>
      <dgm:spPr/>
      <dgm:t>
        <a:bodyPr/>
        <a:lstStyle/>
        <a:p>
          <a:endParaRPr lang="en-US"/>
        </a:p>
      </dgm:t>
    </dgm:pt>
    <dgm:pt modelId="{D31A0460-2A23-4EE8-B4F7-2AACC8CF7D4D}">
      <dgm:prSet phldrT="[Text]"/>
      <dgm:spPr/>
      <dgm:t>
        <a:bodyPr/>
        <a:lstStyle/>
        <a:p>
          <a:pPr algn="l"/>
          <a:r>
            <a:rPr lang="en-US" dirty="0"/>
            <a:t>class Control {</a:t>
          </a:r>
        </a:p>
        <a:p>
          <a:pPr algn="l"/>
          <a:r>
            <a:rPr lang="en-US" dirty="0"/>
            <a:t>  public String </a:t>
          </a:r>
          <a:r>
            <a:rPr lang="en-US" dirty="0" err="1"/>
            <a:t>getInput</a:t>
          </a:r>
          <a:r>
            <a:rPr lang="en-US" dirty="0"/>
            <a:t>() {</a:t>
          </a:r>
        </a:p>
        <a:p>
          <a:pPr algn="l"/>
          <a:r>
            <a:rPr lang="en-US" dirty="0"/>
            <a:t>    </a:t>
          </a:r>
          <a:r>
            <a:rPr lang="en-US" dirty="0" err="1"/>
            <a:t>mouse.getInput</a:t>
          </a:r>
          <a:r>
            <a:rPr lang="en-US" dirty="0"/>
            <a:t>();</a:t>
          </a:r>
        </a:p>
        <a:p>
          <a:pPr algn="l"/>
          <a:r>
            <a:rPr lang="en-US" dirty="0"/>
            <a:t>    </a:t>
          </a:r>
          <a:r>
            <a:rPr lang="en-US" dirty="0" err="1"/>
            <a:t>keyboard.getInput</a:t>
          </a:r>
          <a:r>
            <a:rPr lang="en-US" dirty="0"/>
            <a:t>();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F57246F0-9ECA-48D1-8278-B10BBC5E6CDD}" type="parTrans" cxnId="{97BF6DB6-C65B-4EF6-BBE2-36F9159222A8}">
      <dgm:prSet/>
      <dgm:spPr/>
      <dgm:t>
        <a:bodyPr/>
        <a:lstStyle/>
        <a:p>
          <a:endParaRPr lang="en-US"/>
        </a:p>
      </dgm:t>
    </dgm:pt>
    <dgm:pt modelId="{492A8B88-9BE8-42AA-BF7E-1732A45BB502}" type="sibTrans" cxnId="{97BF6DB6-C65B-4EF6-BBE2-36F9159222A8}">
      <dgm:prSet/>
      <dgm:spPr/>
      <dgm:t>
        <a:bodyPr/>
        <a:lstStyle/>
        <a:p>
          <a:endParaRPr lang="en-US"/>
        </a:p>
      </dgm:t>
    </dgm:pt>
    <dgm:pt modelId="{47701488-A9DB-442D-834D-47C18119C984}">
      <dgm:prSet phldrT="[Text]"/>
      <dgm:spPr/>
      <dgm:t>
        <a:bodyPr/>
        <a:lstStyle/>
        <a:p>
          <a:pPr algn="l"/>
          <a:r>
            <a:rPr lang="en-US" dirty="0"/>
            <a:t>class Mouse {</a:t>
          </a:r>
        </a:p>
        <a:p>
          <a:pPr algn="l"/>
          <a:r>
            <a:rPr lang="en-US" dirty="0"/>
            <a:t>  public String </a:t>
          </a:r>
          <a:r>
            <a:rPr lang="en-US" dirty="0" err="1"/>
            <a:t>getInput</a:t>
          </a:r>
          <a:r>
            <a:rPr lang="en-US" dirty="0"/>
            <a:t>() {</a:t>
          </a:r>
        </a:p>
        <a:p>
          <a:pPr algn="l"/>
          <a:r>
            <a:rPr lang="en-US" dirty="0"/>
            <a:t>    …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66E7960C-4E93-42F1-BE35-7D7F89577D61}" type="parTrans" cxnId="{6D856031-DE72-403F-BF85-A108EA6E46B9}">
      <dgm:prSet/>
      <dgm:spPr/>
      <dgm:t>
        <a:bodyPr/>
        <a:lstStyle/>
        <a:p>
          <a:endParaRPr lang="en-US"/>
        </a:p>
      </dgm:t>
    </dgm:pt>
    <dgm:pt modelId="{889449A6-BBBB-4851-8D47-1B95BAA42AE6}" type="sibTrans" cxnId="{6D856031-DE72-403F-BF85-A108EA6E46B9}">
      <dgm:prSet/>
      <dgm:spPr/>
      <dgm:t>
        <a:bodyPr/>
        <a:lstStyle/>
        <a:p>
          <a:endParaRPr lang="en-US"/>
        </a:p>
      </dgm:t>
    </dgm:pt>
    <dgm:pt modelId="{10568F30-F9FA-4FE4-8CCC-0F5E0B1B4823}">
      <dgm:prSet phldrT="[Text]"/>
      <dgm:spPr/>
      <dgm:t>
        <a:bodyPr/>
        <a:lstStyle/>
        <a:p>
          <a:pPr algn="l"/>
          <a:r>
            <a:rPr lang="en-US" dirty="0"/>
            <a:t>class Keyboard {</a:t>
          </a:r>
        </a:p>
        <a:p>
          <a:pPr algn="l"/>
          <a:r>
            <a:rPr lang="en-US" dirty="0"/>
            <a:t>  public String </a:t>
          </a:r>
          <a:r>
            <a:rPr lang="en-US" dirty="0" err="1"/>
            <a:t>getInput</a:t>
          </a:r>
          <a:r>
            <a:rPr lang="en-US" dirty="0"/>
            <a:t>() {</a:t>
          </a:r>
        </a:p>
        <a:p>
          <a:pPr algn="l"/>
          <a:r>
            <a:rPr lang="en-US" dirty="0"/>
            <a:t>    …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91DC4F0A-66DF-4AFC-9437-BFBC233ECD09}" type="parTrans" cxnId="{A59BF6DD-2F8E-44BA-92B5-7DC857D2E176}">
      <dgm:prSet/>
      <dgm:spPr/>
      <dgm:t>
        <a:bodyPr/>
        <a:lstStyle/>
        <a:p>
          <a:endParaRPr lang="en-US"/>
        </a:p>
      </dgm:t>
    </dgm:pt>
    <dgm:pt modelId="{274A32EF-BEC7-4D0D-8B3E-E2F9FE5786A0}" type="sibTrans" cxnId="{A59BF6DD-2F8E-44BA-92B5-7DC857D2E176}">
      <dgm:prSet/>
      <dgm:spPr/>
      <dgm:t>
        <a:bodyPr/>
        <a:lstStyle/>
        <a:p>
          <a:endParaRPr lang="en-US"/>
        </a:p>
      </dgm:t>
    </dgm:pt>
    <dgm:pt modelId="{5E87662D-5A7C-4482-830B-5DF0AD11F962}">
      <dgm:prSet phldrT="[Text]"/>
      <dgm:spPr/>
      <dgm:t>
        <a:bodyPr/>
        <a:lstStyle/>
        <a:p>
          <a:pPr algn="l"/>
          <a:r>
            <a:rPr lang="en-US" dirty="0"/>
            <a:t>class Display {</a:t>
          </a:r>
        </a:p>
        <a:p>
          <a:pPr algn="l"/>
          <a:r>
            <a:rPr lang="en-US" dirty="0"/>
            <a:t>  public void show() {</a:t>
          </a:r>
        </a:p>
        <a:p>
          <a:pPr algn="l"/>
          <a:r>
            <a:rPr lang="en-US" dirty="0"/>
            <a:t>    </a:t>
          </a:r>
          <a:r>
            <a:rPr lang="en-US" dirty="0" err="1"/>
            <a:t>scenery.show</a:t>
          </a:r>
          <a:r>
            <a:rPr lang="en-US" dirty="0"/>
            <a:t>;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5AF7EAB1-EE2A-4C08-A75D-8557106E549B}" type="parTrans" cxnId="{6C958D5A-C884-4CE6-A818-D3C48B745574}">
      <dgm:prSet/>
      <dgm:spPr/>
      <dgm:t>
        <a:bodyPr/>
        <a:lstStyle/>
        <a:p>
          <a:endParaRPr lang="en-US"/>
        </a:p>
      </dgm:t>
    </dgm:pt>
    <dgm:pt modelId="{5E0C4B85-DC4D-4893-ADB8-45930CEF0278}" type="sibTrans" cxnId="{6C958D5A-C884-4CE6-A818-D3C48B745574}">
      <dgm:prSet/>
      <dgm:spPr/>
      <dgm:t>
        <a:bodyPr/>
        <a:lstStyle/>
        <a:p>
          <a:endParaRPr lang="en-US"/>
        </a:p>
      </dgm:t>
    </dgm:pt>
    <dgm:pt modelId="{9904053B-23B2-496A-9729-6FFC732A93F2}">
      <dgm:prSet phldrT="[Text]"/>
      <dgm:spPr/>
      <dgm:t>
        <a:bodyPr/>
        <a:lstStyle/>
        <a:p>
          <a:pPr algn="l"/>
          <a:r>
            <a:rPr lang="en-US" dirty="0"/>
            <a:t>class Scenery {</a:t>
          </a:r>
        </a:p>
        <a:p>
          <a:pPr algn="l"/>
          <a:r>
            <a:rPr lang="en-US" dirty="0"/>
            <a:t>  public void show() {</a:t>
          </a:r>
        </a:p>
        <a:p>
          <a:pPr algn="l"/>
          <a:r>
            <a:rPr lang="en-US" dirty="0"/>
            <a:t>    …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EA085278-2A3C-4628-8BC5-5890155FAB42}" type="parTrans" cxnId="{B2A07646-DC17-478F-BA5A-47E90FA517D6}">
      <dgm:prSet/>
      <dgm:spPr/>
      <dgm:t>
        <a:bodyPr/>
        <a:lstStyle/>
        <a:p>
          <a:endParaRPr lang="en-US"/>
        </a:p>
      </dgm:t>
    </dgm:pt>
    <dgm:pt modelId="{BD61AF19-A708-449D-BCC5-A49C830FF6B1}" type="sibTrans" cxnId="{B2A07646-DC17-478F-BA5A-47E90FA517D6}">
      <dgm:prSet/>
      <dgm:spPr/>
      <dgm:t>
        <a:bodyPr/>
        <a:lstStyle/>
        <a:p>
          <a:endParaRPr lang="en-US"/>
        </a:p>
      </dgm:t>
    </dgm:pt>
    <dgm:pt modelId="{B06760FB-9D51-40D1-97BA-6870B8B691BC}">
      <dgm:prSet phldrT="[Text]"/>
      <dgm:spPr/>
      <dgm:t>
        <a:bodyPr/>
        <a:lstStyle/>
        <a:p>
          <a:r>
            <a:rPr lang="en-US" dirty="0"/>
            <a:t>System</a:t>
          </a:r>
        </a:p>
      </dgm:t>
    </dgm:pt>
    <dgm:pt modelId="{940099DC-9F95-4CAA-B563-19A8F8234F31}" type="parTrans" cxnId="{F57213E0-422D-41CC-BF33-2DB13775B5B6}">
      <dgm:prSet/>
      <dgm:spPr/>
      <dgm:t>
        <a:bodyPr/>
        <a:lstStyle/>
        <a:p>
          <a:endParaRPr lang="en-US"/>
        </a:p>
      </dgm:t>
    </dgm:pt>
    <dgm:pt modelId="{1DCA6BFB-EEF2-45F0-9CCE-9595FB350ADE}" type="sibTrans" cxnId="{F57213E0-422D-41CC-BF33-2DB13775B5B6}">
      <dgm:prSet/>
      <dgm:spPr/>
      <dgm:t>
        <a:bodyPr/>
        <a:lstStyle/>
        <a:p>
          <a:endParaRPr lang="en-US"/>
        </a:p>
      </dgm:t>
    </dgm:pt>
    <dgm:pt modelId="{2A5C4548-0E44-4BA3-8FB8-CD156E03E12C}">
      <dgm:prSet phldrT="[Text]"/>
      <dgm:spPr/>
      <dgm:t>
        <a:bodyPr/>
        <a:lstStyle/>
        <a:p>
          <a:r>
            <a:rPr lang="en-US" dirty="0"/>
            <a:t>Subsystems</a:t>
          </a:r>
        </a:p>
      </dgm:t>
    </dgm:pt>
    <dgm:pt modelId="{312CCEA1-271D-4D36-9690-7941E27FFD19}" type="parTrans" cxnId="{5C7C0904-56B9-4AFF-9624-A99FE15BBA1D}">
      <dgm:prSet/>
      <dgm:spPr/>
      <dgm:t>
        <a:bodyPr/>
        <a:lstStyle/>
        <a:p>
          <a:endParaRPr lang="en-US"/>
        </a:p>
      </dgm:t>
    </dgm:pt>
    <dgm:pt modelId="{0F7DC5C6-E9EA-4474-9706-E64C41A5BB69}" type="sibTrans" cxnId="{5C7C0904-56B9-4AFF-9624-A99FE15BBA1D}">
      <dgm:prSet/>
      <dgm:spPr/>
      <dgm:t>
        <a:bodyPr/>
        <a:lstStyle/>
        <a:p>
          <a:endParaRPr lang="en-US"/>
        </a:p>
      </dgm:t>
    </dgm:pt>
    <dgm:pt modelId="{2964756D-1A4F-4541-B89C-0A75672935DB}">
      <dgm:prSet phldrT="[Text]"/>
      <dgm:spPr/>
      <dgm:t>
        <a:bodyPr/>
        <a:lstStyle/>
        <a:p>
          <a:r>
            <a:rPr lang="en-US" dirty="0"/>
            <a:t>Modules</a:t>
          </a:r>
        </a:p>
      </dgm:t>
    </dgm:pt>
    <dgm:pt modelId="{BD37E582-B362-44E4-BBFE-0BD2AA08C26B}" type="parTrans" cxnId="{7DAA6787-D8BA-4030-9299-ED56D481BC28}">
      <dgm:prSet/>
      <dgm:spPr/>
      <dgm:t>
        <a:bodyPr/>
        <a:lstStyle/>
        <a:p>
          <a:endParaRPr lang="en-US"/>
        </a:p>
      </dgm:t>
    </dgm:pt>
    <dgm:pt modelId="{C0BCBF92-A161-422C-97C4-FC2E02AB2901}" type="sibTrans" cxnId="{7DAA6787-D8BA-4030-9299-ED56D481BC28}">
      <dgm:prSet/>
      <dgm:spPr/>
      <dgm:t>
        <a:bodyPr/>
        <a:lstStyle/>
        <a:p>
          <a:endParaRPr lang="en-US"/>
        </a:p>
      </dgm:t>
    </dgm:pt>
    <dgm:pt modelId="{AF89C448-9AF9-48C7-930A-75DB186A629E}" type="pres">
      <dgm:prSet presAssocID="{A43C25D4-6BA8-45D7-A2FB-59026FEFADE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4BFA8FB-3E77-40C4-AC9C-E1705BED1FC2}" type="pres">
      <dgm:prSet presAssocID="{A43C25D4-6BA8-45D7-A2FB-59026FEFADE4}" presName="hierFlow" presStyleCnt="0"/>
      <dgm:spPr/>
    </dgm:pt>
    <dgm:pt modelId="{E5391BC1-6A8D-4C29-B6D6-161A148AEBB8}" type="pres">
      <dgm:prSet presAssocID="{A43C25D4-6BA8-45D7-A2FB-59026FEFADE4}" presName="firstBuf" presStyleCnt="0"/>
      <dgm:spPr/>
    </dgm:pt>
    <dgm:pt modelId="{F5B8835F-F382-4F1C-80B6-372314EAF269}" type="pres">
      <dgm:prSet presAssocID="{A43C25D4-6BA8-45D7-A2FB-59026FEFADE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9A13FDB-275F-4102-9405-EF2FE1DC53CC}" type="pres">
      <dgm:prSet presAssocID="{A7CBDA62-3247-40EF-9923-1AAC913165EE}" presName="Name14" presStyleCnt="0"/>
      <dgm:spPr/>
    </dgm:pt>
    <dgm:pt modelId="{F16F4788-874D-4F18-ACF9-84566A7050C4}" type="pres">
      <dgm:prSet presAssocID="{A7CBDA62-3247-40EF-9923-1AAC913165EE}" presName="level1Shape" presStyleLbl="node0" presStyleIdx="0" presStyleCnt="1">
        <dgm:presLayoutVars>
          <dgm:chPref val="3"/>
        </dgm:presLayoutVars>
      </dgm:prSet>
      <dgm:spPr/>
    </dgm:pt>
    <dgm:pt modelId="{C65BB448-D02E-4B26-B433-4BC3B44A45E5}" type="pres">
      <dgm:prSet presAssocID="{A7CBDA62-3247-40EF-9923-1AAC913165EE}" presName="hierChild2" presStyleCnt="0"/>
      <dgm:spPr/>
    </dgm:pt>
    <dgm:pt modelId="{80019ADE-CBD5-40C6-8444-8AB671B9AA21}" type="pres">
      <dgm:prSet presAssocID="{F57246F0-9ECA-48D1-8278-B10BBC5E6CDD}" presName="Name19" presStyleLbl="parChTrans1D2" presStyleIdx="0" presStyleCnt="2"/>
      <dgm:spPr/>
    </dgm:pt>
    <dgm:pt modelId="{B809BBD5-8FF1-429A-8A63-78F2B1BE58FD}" type="pres">
      <dgm:prSet presAssocID="{D31A0460-2A23-4EE8-B4F7-2AACC8CF7D4D}" presName="Name21" presStyleCnt="0"/>
      <dgm:spPr/>
    </dgm:pt>
    <dgm:pt modelId="{6403B750-BB24-4755-A2A2-D7661790501B}" type="pres">
      <dgm:prSet presAssocID="{D31A0460-2A23-4EE8-B4F7-2AACC8CF7D4D}" presName="level2Shape" presStyleLbl="node2" presStyleIdx="0" presStyleCnt="2"/>
      <dgm:spPr/>
    </dgm:pt>
    <dgm:pt modelId="{F086DDE1-F3D2-48AE-875C-F1CC592C8CFD}" type="pres">
      <dgm:prSet presAssocID="{D31A0460-2A23-4EE8-B4F7-2AACC8CF7D4D}" presName="hierChild3" presStyleCnt="0"/>
      <dgm:spPr/>
    </dgm:pt>
    <dgm:pt modelId="{BA425450-72FE-44B5-AC91-B4854937D93C}" type="pres">
      <dgm:prSet presAssocID="{66E7960C-4E93-42F1-BE35-7D7F89577D61}" presName="Name19" presStyleLbl="parChTrans1D3" presStyleIdx="0" presStyleCnt="3"/>
      <dgm:spPr/>
    </dgm:pt>
    <dgm:pt modelId="{D1137770-A86C-43E0-963A-4A1E811226C1}" type="pres">
      <dgm:prSet presAssocID="{47701488-A9DB-442D-834D-47C18119C984}" presName="Name21" presStyleCnt="0"/>
      <dgm:spPr/>
    </dgm:pt>
    <dgm:pt modelId="{252088B0-4771-40D4-AEE5-15F6C84AC1A1}" type="pres">
      <dgm:prSet presAssocID="{47701488-A9DB-442D-834D-47C18119C984}" presName="level2Shape" presStyleLbl="node3" presStyleIdx="0" presStyleCnt="3"/>
      <dgm:spPr/>
    </dgm:pt>
    <dgm:pt modelId="{F15A4D30-ADBA-46BA-9C89-DD0DF7030A7C}" type="pres">
      <dgm:prSet presAssocID="{47701488-A9DB-442D-834D-47C18119C984}" presName="hierChild3" presStyleCnt="0"/>
      <dgm:spPr/>
    </dgm:pt>
    <dgm:pt modelId="{1A3B8C22-202B-4F5C-8D9C-768F870A1A8A}" type="pres">
      <dgm:prSet presAssocID="{91DC4F0A-66DF-4AFC-9437-BFBC233ECD09}" presName="Name19" presStyleLbl="parChTrans1D3" presStyleIdx="1" presStyleCnt="3"/>
      <dgm:spPr/>
    </dgm:pt>
    <dgm:pt modelId="{77EAE89E-CE63-4C9F-8B88-E55F322C63D7}" type="pres">
      <dgm:prSet presAssocID="{10568F30-F9FA-4FE4-8CCC-0F5E0B1B4823}" presName="Name21" presStyleCnt="0"/>
      <dgm:spPr/>
    </dgm:pt>
    <dgm:pt modelId="{F6EC4100-4FC2-4CB9-845F-571D44F3F359}" type="pres">
      <dgm:prSet presAssocID="{10568F30-F9FA-4FE4-8CCC-0F5E0B1B4823}" presName="level2Shape" presStyleLbl="node3" presStyleIdx="1" presStyleCnt="3"/>
      <dgm:spPr/>
    </dgm:pt>
    <dgm:pt modelId="{EFC51D63-4909-469B-9259-B5A05F602BF2}" type="pres">
      <dgm:prSet presAssocID="{10568F30-F9FA-4FE4-8CCC-0F5E0B1B4823}" presName="hierChild3" presStyleCnt="0"/>
      <dgm:spPr/>
    </dgm:pt>
    <dgm:pt modelId="{5B512212-2AF2-404C-8B2D-91BF7524D241}" type="pres">
      <dgm:prSet presAssocID="{5AF7EAB1-EE2A-4C08-A75D-8557106E549B}" presName="Name19" presStyleLbl="parChTrans1D2" presStyleIdx="1" presStyleCnt="2"/>
      <dgm:spPr/>
    </dgm:pt>
    <dgm:pt modelId="{1170E8A6-9590-46AA-9F2E-FA61959F08DB}" type="pres">
      <dgm:prSet presAssocID="{5E87662D-5A7C-4482-830B-5DF0AD11F962}" presName="Name21" presStyleCnt="0"/>
      <dgm:spPr/>
    </dgm:pt>
    <dgm:pt modelId="{0541B178-0A74-482A-8D42-F88EF98B2EDC}" type="pres">
      <dgm:prSet presAssocID="{5E87662D-5A7C-4482-830B-5DF0AD11F962}" presName="level2Shape" presStyleLbl="node2" presStyleIdx="1" presStyleCnt="2"/>
      <dgm:spPr/>
    </dgm:pt>
    <dgm:pt modelId="{6FBC3FF2-5F93-4351-847C-9F5122650F18}" type="pres">
      <dgm:prSet presAssocID="{5E87662D-5A7C-4482-830B-5DF0AD11F962}" presName="hierChild3" presStyleCnt="0"/>
      <dgm:spPr/>
    </dgm:pt>
    <dgm:pt modelId="{A281F969-74CC-4890-A6A5-4C9E3E2BDC98}" type="pres">
      <dgm:prSet presAssocID="{EA085278-2A3C-4628-8BC5-5890155FAB42}" presName="Name19" presStyleLbl="parChTrans1D3" presStyleIdx="2" presStyleCnt="3"/>
      <dgm:spPr/>
    </dgm:pt>
    <dgm:pt modelId="{90C8E8D5-B54A-4B32-84A8-C6E56754AFC1}" type="pres">
      <dgm:prSet presAssocID="{9904053B-23B2-496A-9729-6FFC732A93F2}" presName="Name21" presStyleCnt="0"/>
      <dgm:spPr/>
    </dgm:pt>
    <dgm:pt modelId="{93913922-78C6-4AFC-A283-5D9496FA0776}" type="pres">
      <dgm:prSet presAssocID="{9904053B-23B2-496A-9729-6FFC732A93F2}" presName="level2Shape" presStyleLbl="node3" presStyleIdx="2" presStyleCnt="3"/>
      <dgm:spPr/>
    </dgm:pt>
    <dgm:pt modelId="{8F4148AD-F5DD-4F51-9274-594B5937D192}" type="pres">
      <dgm:prSet presAssocID="{9904053B-23B2-496A-9729-6FFC732A93F2}" presName="hierChild3" presStyleCnt="0"/>
      <dgm:spPr/>
    </dgm:pt>
    <dgm:pt modelId="{D8608CF2-E03B-4E3D-BEC6-DAB67084AE03}" type="pres">
      <dgm:prSet presAssocID="{A43C25D4-6BA8-45D7-A2FB-59026FEFADE4}" presName="bgShapesFlow" presStyleCnt="0"/>
      <dgm:spPr/>
    </dgm:pt>
    <dgm:pt modelId="{AE8D25B2-FEAD-47B9-865F-A18ED2C42613}" type="pres">
      <dgm:prSet presAssocID="{B06760FB-9D51-40D1-97BA-6870B8B691BC}" presName="rectComp" presStyleCnt="0"/>
      <dgm:spPr/>
    </dgm:pt>
    <dgm:pt modelId="{7C125CB9-8F31-446A-92FB-B41B67992EF7}" type="pres">
      <dgm:prSet presAssocID="{B06760FB-9D51-40D1-97BA-6870B8B691BC}" presName="bgRect" presStyleLbl="bgShp" presStyleIdx="0" presStyleCnt="3"/>
      <dgm:spPr/>
    </dgm:pt>
    <dgm:pt modelId="{EE52895B-B477-43DA-A773-9628E7B0C8DD}" type="pres">
      <dgm:prSet presAssocID="{B06760FB-9D51-40D1-97BA-6870B8B691BC}" presName="bgRectTx" presStyleLbl="bgShp" presStyleIdx="0" presStyleCnt="3">
        <dgm:presLayoutVars>
          <dgm:bulletEnabled val="1"/>
        </dgm:presLayoutVars>
      </dgm:prSet>
      <dgm:spPr/>
    </dgm:pt>
    <dgm:pt modelId="{65B2C4BC-5C0A-4ED0-B902-C6A45DC710B4}" type="pres">
      <dgm:prSet presAssocID="{B06760FB-9D51-40D1-97BA-6870B8B691BC}" presName="spComp" presStyleCnt="0"/>
      <dgm:spPr/>
    </dgm:pt>
    <dgm:pt modelId="{2EE35EB9-DD43-48D2-A380-77B34A13A235}" type="pres">
      <dgm:prSet presAssocID="{B06760FB-9D51-40D1-97BA-6870B8B691BC}" presName="vSp" presStyleCnt="0"/>
      <dgm:spPr/>
    </dgm:pt>
    <dgm:pt modelId="{537110E5-A664-4C56-8FE5-79EF40CEA1F7}" type="pres">
      <dgm:prSet presAssocID="{2A5C4548-0E44-4BA3-8FB8-CD156E03E12C}" presName="rectComp" presStyleCnt="0"/>
      <dgm:spPr/>
    </dgm:pt>
    <dgm:pt modelId="{544DC6EE-5C09-4C16-8072-457452D30653}" type="pres">
      <dgm:prSet presAssocID="{2A5C4548-0E44-4BA3-8FB8-CD156E03E12C}" presName="bgRect" presStyleLbl="bgShp" presStyleIdx="1" presStyleCnt="3"/>
      <dgm:spPr/>
    </dgm:pt>
    <dgm:pt modelId="{B1407D7B-E0F7-43BE-BA71-F47047202CAD}" type="pres">
      <dgm:prSet presAssocID="{2A5C4548-0E44-4BA3-8FB8-CD156E03E12C}" presName="bgRectTx" presStyleLbl="bgShp" presStyleIdx="1" presStyleCnt="3">
        <dgm:presLayoutVars>
          <dgm:bulletEnabled val="1"/>
        </dgm:presLayoutVars>
      </dgm:prSet>
      <dgm:spPr/>
    </dgm:pt>
    <dgm:pt modelId="{6E744CBF-E196-4876-8266-E1FE9EE538B4}" type="pres">
      <dgm:prSet presAssocID="{2A5C4548-0E44-4BA3-8FB8-CD156E03E12C}" presName="spComp" presStyleCnt="0"/>
      <dgm:spPr/>
    </dgm:pt>
    <dgm:pt modelId="{5E7B547B-F151-4435-A65A-C00B1BAABA6F}" type="pres">
      <dgm:prSet presAssocID="{2A5C4548-0E44-4BA3-8FB8-CD156E03E12C}" presName="vSp" presStyleCnt="0"/>
      <dgm:spPr/>
    </dgm:pt>
    <dgm:pt modelId="{C4FAA43C-3B93-47FA-975F-959F55DE0D62}" type="pres">
      <dgm:prSet presAssocID="{2964756D-1A4F-4541-B89C-0A75672935DB}" presName="rectComp" presStyleCnt="0"/>
      <dgm:spPr/>
    </dgm:pt>
    <dgm:pt modelId="{DE1CE48D-9FF2-4041-BBFD-EC02B2A39A20}" type="pres">
      <dgm:prSet presAssocID="{2964756D-1A4F-4541-B89C-0A75672935DB}" presName="bgRect" presStyleLbl="bgShp" presStyleIdx="2" presStyleCnt="3" custLinFactNeighborY="1226"/>
      <dgm:spPr/>
    </dgm:pt>
    <dgm:pt modelId="{DDE62BF8-C59A-4CF9-8F4D-6D71B5DE5614}" type="pres">
      <dgm:prSet presAssocID="{2964756D-1A4F-4541-B89C-0A75672935DB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C7B2D500-FF30-4145-8C42-34956F1BADB3}" type="presOf" srcId="{5E87662D-5A7C-4482-830B-5DF0AD11F962}" destId="{0541B178-0A74-482A-8D42-F88EF98B2EDC}" srcOrd="0" destOrd="0" presId="urn:microsoft.com/office/officeart/2005/8/layout/hierarchy6"/>
    <dgm:cxn modelId="{5C7C0904-56B9-4AFF-9624-A99FE15BBA1D}" srcId="{A43C25D4-6BA8-45D7-A2FB-59026FEFADE4}" destId="{2A5C4548-0E44-4BA3-8FB8-CD156E03E12C}" srcOrd="2" destOrd="0" parTransId="{312CCEA1-271D-4D36-9690-7941E27FFD19}" sibTransId="{0F7DC5C6-E9EA-4474-9706-E64C41A5BB69}"/>
    <dgm:cxn modelId="{CB6A210B-C91D-4987-9AEF-1E1F7893F9F5}" type="presOf" srcId="{66E7960C-4E93-42F1-BE35-7D7F89577D61}" destId="{BA425450-72FE-44B5-AC91-B4854937D93C}" srcOrd="0" destOrd="0" presId="urn:microsoft.com/office/officeart/2005/8/layout/hierarchy6"/>
    <dgm:cxn modelId="{A568260F-6E86-4FD4-997C-AE16DAB39D6B}" type="presOf" srcId="{A7CBDA62-3247-40EF-9923-1AAC913165EE}" destId="{F16F4788-874D-4F18-ACF9-84566A7050C4}" srcOrd="0" destOrd="0" presId="urn:microsoft.com/office/officeart/2005/8/layout/hierarchy6"/>
    <dgm:cxn modelId="{F40C3B15-F467-42FE-B98A-CD458F23199D}" srcId="{A43C25D4-6BA8-45D7-A2FB-59026FEFADE4}" destId="{A7CBDA62-3247-40EF-9923-1AAC913165EE}" srcOrd="0" destOrd="0" parTransId="{6DC391D8-21E9-40A9-9A00-591966F7D532}" sibTransId="{2514C668-152A-450D-9A8A-C2AFB56DE3AC}"/>
    <dgm:cxn modelId="{6D856031-DE72-403F-BF85-A108EA6E46B9}" srcId="{D31A0460-2A23-4EE8-B4F7-2AACC8CF7D4D}" destId="{47701488-A9DB-442D-834D-47C18119C984}" srcOrd="0" destOrd="0" parTransId="{66E7960C-4E93-42F1-BE35-7D7F89577D61}" sibTransId="{889449A6-BBBB-4851-8D47-1B95BAA42AE6}"/>
    <dgm:cxn modelId="{BF32A735-83A2-468F-AAB2-A83DAFD11C43}" type="presOf" srcId="{91DC4F0A-66DF-4AFC-9437-BFBC233ECD09}" destId="{1A3B8C22-202B-4F5C-8D9C-768F870A1A8A}" srcOrd="0" destOrd="0" presId="urn:microsoft.com/office/officeart/2005/8/layout/hierarchy6"/>
    <dgm:cxn modelId="{DB4B1F40-FB6D-48F2-9F5D-E459E8D575FA}" type="presOf" srcId="{2A5C4548-0E44-4BA3-8FB8-CD156E03E12C}" destId="{544DC6EE-5C09-4C16-8072-457452D30653}" srcOrd="0" destOrd="0" presId="urn:microsoft.com/office/officeart/2005/8/layout/hierarchy6"/>
    <dgm:cxn modelId="{B2A07646-DC17-478F-BA5A-47E90FA517D6}" srcId="{5E87662D-5A7C-4482-830B-5DF0AD11F962}" destId="{9904053B-23B2-496A-9729-6FFC732A93F2}" srcOrd="0" destOrd="0" parTransId="{EA085278-2A3C-4628-8BC5-5890155FAB42}" sibTransId="{BD61AF19-A708-449D-BCC5-A49C830FF6B1}"/>
    <dgm:cxn modelId="{6C958D5A-C884-4CE6-A818-D3C48B745574}" srcId="{A7CBDA62-3247-40EF-9923-1AAC913165EE}" destId="{5E87662D-5A7C-4482-830B-5DF0AD11F962}" srcOrd="1" destOrd="0" parTransId="{5AF7EAB1-EE2A-4C08-A75D-8557106E549B}" sibTransId="{5E0C4B85-DC4D-4893-ADB8-45930CEF0278}"/>
    <dgm:cxn modelId="{DB3FA86B-B273-4965-BA86-FF705C77B2E8}" type="presOf" srcId="{EA085278-2A3C-4628-8BC5-5890155FAB42}" destId="{A281F969-74CC-4890-A6A5-4C9E3E2BDC98}" srcOrd="0" destOrd="0" presId="urn:microsoft.com/office/officeart/2005/8/layout/hierarchy6"/>
    <dgm:cxn modelId="{8D520371-2C80-4D38-8A64-BADCF49B6C69}" type="presOf" srcId="{2A5C4548-0E44-4BA3-8FB8-CD156E03E12C}" destId="{B1407D7B-E0F7-43BE-BA71-F47047202CAD}" srcOrd="1" destOrd="0" presId="urn:microsoft.com/office/officeart/2005/8/layout/hierarchy6"/>
    <dgm:cxn modelId="{7DAA6787-D8BA-4030-9299-ED56D481BC28}" srcId="{A43C25D4-6BA8-45D7-A2FB-59026FEFADE4}" destId="{2964756D-1A4F-4541-B89C-0A75672935DB}" srcOrd="3" destOrd="0" parTransId="{BD37E582-B362-44E4-BBFE-0BD2AA08C26B}" sibTransId="{C0BCBF92-A161-422C-97C4-FC2E02AB2901}"/>
    <dgm:cxn modelId="{208C688B-9892-44B0-8CE7-7C70587EAEEB}" type="presOf" srcId="{A43C25D4-6BA8-45D7-A2FB-59026FEFADE4}" destId="{AF89C448-9AF9-48C7-930A-75DB186A629E}" srcOrd="0" destOrd="0" presId="urn:microsoft.com/office/officeart/2005/8/layout/hierarchy6"/>
    <dgm:cxn modelId="{97BF6DB6-C65B-4EF6-BBE2-36F9159222A8}" srcId="{A7CBDA62-3247-40EF-9923-1AAC913165EE}" destId="{D31A0460-2A23-4EE8-B4F7-2AACC8CF7D4D}" srcOrd="0" destOrd="0" parTransId="{F57246F0-9ECA-48D1-8278-B10BBC5E6CDD}" sibTransId="{492A8B88-9BE8-42AA-BF7E-1732A45BB502}"/>
    <dgm:cxn modelId="{71787DB7-7319-46D5-9546-EB81AD61BD11}" type="presOf" srcId="{2964756D-1A4F-4541-B89C-0A75672935DB}" destId="{DDE62BF8-C59A-4CF9-8F4D-6D71B5DE5614}" srcOrd="1" destOrd="0" presId="urn:microsoft.com/office/officeart/2005/8/layout/hierarchy6"/>
    <dgm:cxn modelId="{541E33B8-762B-40D1-BB77-AE7F9B8CF7F1}" type="presOf" srcId="{2964756D-1A4F-4541-B89C-0A75672935DB}" destId="{DE1CE48D-9FF2-4041-BBFD-EC02B2A39A20}" srcOrd="0" destOrd="0" presId="urn:microsoft.com/office/officeart/2005/8/layout/hierarchy6"/>
    <dgm:cxn modelId="{2AECCABF-0F0A-4281-A952-A1CEACCD2DC0}" type="presOf" srcId="{F57246F0-9ECA-48D1-8278-B10BBC5E6CDD}" destId="{80019ADE-CBD5-40C6-8444-8AB671B9AA21}" srcOrd="0" destOrd="0" presId="urn:microsoft.com/office/officeart/2005/8/layout/hierarchy6"/>
    <dgm:cxn modelId="{07E6DBC3-7A16-47B9-8B0A-FD854C1501DE}" type="presOf" srcId="{47701488-A9DB-442D-834D-47C18119C984}" destId="{252088B0-4771-40D4-AEE5-15F6C84AC1A1}" srcOrd="0" destOrd="0" presId="urn:microsoft.com/office/officeart/2005/8/layout/hierarchy6"/>
    <dgm:cxn modelId="{3233AAC7-4ACC-4CC9-BCE9-FBB9F4DD70F6}" type="presOf" srcId="{B06760FB-9D51-40D1-97BA-6870B8B691BC}" destId="{EE52895B-B477-43DA-A773-9628E7B0C8DD}" srcOrd="1" destOrd="0" presId="urn:microsoft.com/office/officeart/2005/8/layout/hierarchy6"/>
    <dgm:cxn modelId="{CAEF66C8-28F6-49DA-AD81-C909667E6D3B}" type="presOf" srcId="{10568F30-F9FA-4FE4-8CCC-0F5E0B1B4823}" destId="{F6EC4100-4FC2-4CB9-845F-571D44F3F359}" srcOrd="0" destOrd="0" presId="urn:microsoft.com/office/officeart/2005/8/layout/hierarchy6"/>
    <dgm:cxn modelId="{8B43C2D0-5FD8-445F-9076-5DFDECDE5311}" type="presOf" srcId="{9904053B-23B2-496A-9729-6FFC732A93F2}" destId="{93913922-78C6-4AFC-A283-5D9496FA0776}" srcOrd="0" destOrd="0" presId="urn:microsoft.com/office/officeart/2005/8/layout/hierarchy6"/>
    <dgm:cxn modelId="{560A24D9-3A9A-4F9F-9FD4-13CC6DC5D61C}" type="presOf" srcId="{D31A0460-2A23-4EE8-B4F7-2AACC8CF7D4D}" destId="{6403B750-BB24-4755-A2A2-D7661790501B}" srcOrd="0" destOrd="0" presId="urn:microsoft.com/office/officeart/2005/8/layout/hierarchy6"/>
    <dgm:cxn modelId="{A59BF6DD-2F8E-44BA-92B5-7DC857D2E176}" srcId="{D31A0460-2A23-4EE8-B4F7-2AACC8CF7D4D}" destId="{10568F30-F9FA-4FE4-8CCC-0F5E0B1B4823}" srcOrd="1" destOrd="0" parTransId="{91DC4F0A-66DF-4AFC-9437-BFBC233ECD09}" sibTransId="{274A32EF-BEC7-4D0D-8B3E-E2F9FE5786A0}"/>
    <dgm:cxn modelId="{F57213E0-422D-41CC-BF33-2DB13775B5B6}" srcId="{A43C25D4-6BA8-45D7-A2FB-59026FEFADE4}" destId="{B06760FB-9D51-40D1-97BA-6870B8B691BC}" srcOrd="1" destOrd="0" parTransId="{940099DC-9F95-4CAA-B563-19A8F8234F31}" sibTransId="{1DCA6BFB-EEF2-45F0-9CCE-9595FB350ADE}"/>
    <dgm:cxn modelId="{CCBE32E3-A2BE-414D-9A84-CFA696479798}" type="presOf" srcId="{B06760FB-9D51-40D1-97BA-6870B8B691BC}" destId="{7C125CB9-8F31-446A-92FB-B41B67992EF7}" srcOrd="0" destOrd="0" presId="urn:microsoft.com/office/officeart/2005/8/layout/hierarchy6"/>
    <dgm:cxn modelId="{B795DFF8-E987-4D9A-BB3F-DAE25FC8CFA0}" type="presOf" srcId="{5AF7EAB1-EE2A-4C08-A75D-8557106E549B}" destId="{5B512212-2AF2-404C-8B2D-91BF7524D241}" srcOrd="0" destOrd="0" presId="urn:microsoft.com/office/officeart/2005/8/layout/hierarchy6"/>
    <dgm:cxn modelId="{9B90B605-F4DD-4A42-8FD6-F2F4221E8678}" type="presParOf" srcId="{AF89C448-9AF9-48C7-930A-75DB186A629E}" destId="{C4BFA8FB-3E77-40C4-AC9C-E1705BED1FC2}" srcOrd="0" destOrd="0" presId="urn:microsoft.com/office/officeart/2005/8/layout/hierarchy6"/>
    <dgm:cxn modelId="{17A0EE21-E2D3-4B25-B21C-036BFB0DECA4}" type="presParOf" srcId="{C4BFA8FB-3E77-40C4-AC9C-E1705BED1FC2}" destId="{E5391BC1-6A8D-4C29-B6D6-161A148AEBB8}" srcOrd="0" destOrd="0" presId="urn:microsoft.com/office/officeart/2005/8/layout/hierarchy6"/>
    <dgm:cxn modelId="{98A695E7-D625-4F36-A5D8-D44988EBA440}" type="presParOf" srcId="{C4BFA8FB-3E77-40C4-AC9C-E1705BED1FC2}" destId="{F5B8835F-F382-4F1C-80B6-372314EAF269}" srcOrd="1" destOrd="0" presId="urn:microsoft.com/office/officeart/2005/8/layout/hierarchy6"/>
    <dgm:cxn modelId="{61AEED85-B600-446A-AEB9-D419C827D942}" type="presParOf" srcId="{F5B8835F-F382-4F1C-80B6-372314EAF269}" destId="{E9A13FDB-275F-4102-9405-EF2FE1DC53CC}" srcOrd="0" destOrd="0" presId="urn:microsoft.com/office/officeart/2005/8/layout/hierarchy6"/>
    <dgm:cxn modelId="{8CA0B6CD-B34D-4460-921A-1C83D9D969F8}" type="presParOf" srcId="{E9A13FDB-275F-4102-9405-EF2FE1DC53CC}" destId="{F16F4788-874D-4F18-ACF9-84566A7050C4}" srcOrd="0" destOrd="0" presId="urn:microsoft.com/office/officeart/2005/8/layout/hierarchy6"/>
    <dgm:cxn modelId="{93943B90-F35B-4A92-88E8-D3C96673DBD4}" type="presParOf" srcId="{E9A13FDB-275F-4102-9405-EF2FE1DC53CC}" destId="{C65BB448-D02E-4B26-B433-4BC3B44A45E5}" srcOrd="1" destOrd="0" presId="urn:microsoft.com/office/officeart/2005/8/layout/hierarchy6"/>
    <dgm:cxn modelId="{3757E0F6-1732-42F2-B101-9DB556CBDB06}" type="presParOf" srcId="{C65BB448-D02E-4B26-B433-4BC3B44A45E5}" destId="{80019ADE-CBD5-40C6-8444-8AB671B9AA21}" srcOrd="0" destOrd="0" presId="urn:microsoft.com/office/officeart/2005/8/layout/hierarchy6"/>
    <dgm:cxn modelId="{C7DBB60A-7732-4D2E-8022-AA94F946911C}" type="presParOf" srcId="{C65BB448-D02E-4B26-B433-4BC3B44A45E5}" destId="{B809BBD5-8FF1-429A-8A63-78F2B1BE58FD}" srcOrd="1" destOrd="0" presId="urn:microsoft.com/office/officeart/2005/8/layout/hierarchy6"/>
    <dgm:cxn modelId="{6962500B-273F-409D-9FD7-802DFADB7B32}" type="presParOf" srcId="{B809BBD5-8FF1-429A-8A63-78F2B1BE58FD}" destId="{6403B750-BB24-4755-A2A2-D7661790501B}" srcOrd="0" destOrd="0" presId="urn:microsoft.com/office/officeart/2005/8/layout/hierarchy6"/>
    <dgm:cxn modelId="{1B5E499F-8444-4097-873C-BC9644994484}" type="presParOf" srcId="{B809BBD5-8FF1-429A-8A63-78F2B1BE58FD}" destId="{F086DDE1-F3D2-48AE-875C-F1CC592C8CFD}" srcOrd="1" destOrd="0" presId="urn:microsoft.com/office/officeart/2005/8/layout/hierarchy6"/>
    <dgm:cxn modelId="{74C4EDC1-A424-429E-BF37-3AF6A5D0E158}" type="presParOf" srcId="{F086DDE1-F3D2-48AE-875C-F1CC592C8CFD}" destId="{BA425450-72FE-44B5-AC91-B4854937D93C}" srcOrd="0" destOrd="0" presId="urn:microsoft.com/office/officeart/2005/8/layout/hierarchy6"/>
    <dgm:cxn modelId="{B9FE8238-B8E6-4FE7-B4B9-C5ED914AF8D1}" type="presParOf" srcId="{F086DDE1-F3D2-48AE-875C-F1CC592C8CFD}" destId="{D1137770-A86C-43E0-963A-4A1E811226C1}" srcOrd="1" destOrd="0" presId="urn:microsoft.com/office/officeart/2005/8/layout/hierarchy6"/>
    <dgm:cxn modelId="{0F3C51CA-B6F6-4059-AF0F-DFC3AD55BDB8}" type="presParOf" srcId="{D1137770-A86C-43E0-963A-4A1E811226C1}" destId="{252088B0-4771-40D4-AEE5-15F6C84AC1A1}" srcOrd="0" destOrd="0" presId="urn:microsoft.com/office/officeart/2005/8/layout/hierarchy6"/>
    <dgm:cxn modelId="{3DBDBDA4-FC29-4F76-9767-4E2E3F3A72CD}" type="presParOf" srcId="{D1137770-A86C-43E0-963A-4A1E811226C1}" destId="{F15A4D30-ADBA-46BA-9C89-DD0DF7030A7C}" srcOrd="1" destOrd="0" presId="urn:microsoft.com/office/officeart/2005/8/layout/hierarchy6"/>
    <dgm:cxn modelId="{D1BC6A68-653A-47A0-B6D8-17FAEF045591}" type="presParOf" srcId="{F086DDE1-F3D2-48AE-875C-F1CC592C8CFD}" destId="{1A3B8C22-202B-4F5C-8D9C-768F870A1A8A}" srcOrd="2" destOrd="0" presId="urn:microsoft.com/office/officeart/2005/8/layout/hierarchy6"/>
    <dgm:cxn modelId="{8142911E-D727-4A0E-9024-5C5CAC997517}" type="presParOf" srcId="{F086DDE1-F3D2-48AE-875C-F1CC592C8CFD}" destId="{77EAE89E-CE63-4C9F-8B88-E55F322C63D7}" srcOrd="3" destOrd="0" presId="urn:microsoft.com/office/officeart/2005/8/layout/hierarchy6"/>
    <dgm:cxn modelId="{2697270E-E8BB-4BCD-B62E-B5B328214B62}" type="presParOf" srcId="{77EAE89E-CE63-4C9F-8B88-E55F322C63D7}" destId="{F6EC4100-4FC2-4CB9-845F-571D44F3F359}" srcOrd="0" destOrd="0" presId="urn:microsoft.com/office/officeart/2005/8/layout/hierarchy6"/>
    <dgm:cxn modelId="{269B4F58-B0C9-4F21-A45B-F4E13FCFE3C0}" type="presParOf" srcId="{77EAE89E-CE63-4C9F-8B88-E55F322C63D7}" destId="{EFC51D63-4909-469B-9259-B5A05F602BF2}" srcOrd="1" destOrd="0" presId="urn:microsoft.com/office/officeart/2005/8/layout/hierarchy6"/>
    <dgm:cxn modelId="{273C6B80-B55F-4682-96CC-74883B72882E}" type="presParOf" srcId="{C65BB448-D02E-4B26-B433-4BC3B44A45E5}" destId="{5B512212-2AF2-404C-8B2D-91BF7524D241}" srcOrd="2" destOrd="0" presId="urn:microsoft.com/office/officeart/2005/8/layout/hierarchy6"/>
    <dgm:cxn modelId="{D96F2D63-34C9-455A-9962-471CC8EA6A78}" type="presParOf" srcId="{C65BB448-D02E-4B26-B433-4BC3B44A45E5}" destId="{1170E8A6-9590-46AA-9F2E-FA61959F08DB}" srcOrd="3" destOrd="0" presId="urn:microsoft.com/office/officeart/2005/8/layout/hierarchy6"/>
    <dgm:cxn modelId="{48666F1D-9FF9-4C1C-8375-0928E99D883C}" type="presParOf" srcId="{1170E8A6-9590-46AA-9F2E-FA61959F08DB}" destId="{0541B178-0A74-482A-8D42-F88EF98B2EDC}" srcOrd="0" destOrd="0" presId="urn:microsoft.com/office/officeart/2005/8/layout/hierarchy6"/>
    <dgm:cxn modelId="{E55824AC-C102-47BC-97F9-97D6F54B79A3}" type="presParOf" srcId="{1170E8A6-9590-46AA-9F2E-FA61959F08DB}" destId="{6FBC3FF2-5F93-4351-847C-9F5122650F18}" srcOrd="1" destOrd="0" presId="urn:microsoft.com/office/officeart/2005/8/layout/hierarchy6"/>
    <dgm:cxn modelId="{F568C971-A5CF-469B-B023-039416207110}" type="presParOf" srcId="{6FBC3FF2-5F93-4351-847C-9F5122650F18}" destId="{A281F969-74CC-4890-A6A5-4C9E3E2BDC98}" srcOrd="0" destOrd="0" presId="urn:microsoft.com/office/officeart/2005/8/layout/hierarchy6"/>
    <dgm:cxn modelId="{BA33EB47-3E8D-4B77-ACC7-C36A0786F7E4}" type="presParOf" srcId="{6FBC3FF2-5F93-4351-847C-9F5122650F18}" destId="{90C8E8D5-B54A-4B32-84A8-C6E56754AFC1}" srcOrd="1" destOrd="0" presId="urn:microsoft.com/office/officeart/2005/8/layout/hierarchy6"/>
    <dgm:cxn modelId="{C18B373B-47E2-4EDC-BB3F-EAC1F4C27E1A}" type="presParOf" srcId="{90C8E8D5-B54A-4B32-84A8-C6E56754AFC1}" destId="{93913922-78C6-4AFC-A283-5D9496FA0776}" srcOrd="0" destOrd="0" presId="urn:microsoft.com/office/officeart/2005/8/layout/hierarchy6"/>
    <dgm:cxn modelId="{44BA1E0E-DF53-4995-825C-D2D837D076DB}" type="presParOf" srcId="{90C8E8D5-B54A-4B32-84A8-C6E56754AFC1}" destId="{8F4148AD-F5DD-4F51-9274-594B5937D192}" srcOrd="1" destOrd="0" presId="urn:microsoft.com/office/officeart/2005/8/layout/hierarchy6"/>
    <dgm:cxn modelId="{F1615E01-1157-4B28-A20A-81197DB68C17}" type="presParOf" srcId="{AF89C448-9AF9-48C7-930A-75DB186A629E}" destId="{D8608CF2-E03B-4E3D-BEC6-DAB67084AE03}" srcOrd="1" destOrd="0" presId="urn:microsoft.com/office/officeart/2005/8/layout/hierarchy6"/>
    <dgm:cxn modelId="{8C833FC3-5E38-452E-8A14-BA0FEF8042AA}" type="presParOf" srcId="{D8608CF2-E03B-4E3D-BEC6-DAB67084AE03}" destId="{AE8D25B2-FEAD-47B9-865F-A18ED2C42613}" srcOrd="0" destOrd="0" presId="urn:microsoft.com/office/officeart/2005/8/layout/hierarchy6"/>
    <dgm:cxn modelId="{3179F1A8-ADE5-4DB7-90EE-4770A46392E4}" type="presParOf" srcId="{AE8D25B2-FEAD-47B9-865F-A18ED2C42613}" destId="{7C125CB9-8F31-446A-92FB-B41B67992EF7}" srcOrd="0" destOrd="0" presId="urn:microsoft.com/office/officeart/2005/8/layout/hierarchy6"/>
    <dgm:cxn modelId="{8686ABEC-FBF0-4429-8893-12D78827628F}" type="presParOf" srcId="{AE8D25B2-FEAD-47B9-865F-A18ED2C42613}" destId="{EE52895B-B477-43DA-A773-9628E7B0C8DD}" srcOrd="1" destOrd="0" presId="urn:microsoft.com/office/officeart/2005/8/layout/hierarchy6"/>
    <dgm:cxn modelId="{05B4103B-48C3-4233-981F-83F176D0056A}" type="presParOf" srcId="{D8608CF2-E03B-4E3D-BEC6-DAB67084AE03}" destId="{65B2C4BC-5C0A-4ED0-B902-C6A45DC710B4}" srcOrd="1" destOrd="0" presId="urn:microsoft.com/office/officeart/2005/8/layout/hierarchy6"/>
    <dgm:cxn modelId="{29BE565E-1FC1-4732-94BF-680DEC1F70AD}" type="presParOf" srcId="{65B2C4BC-5C0A-4ED0-B902-C6A45DC710B4}" destId="{2EE35EB9-DD43-48D2-A380-77B34A13A235}" srcOrd="0" destOrd="0" presId="urn:microsoft.com/office/officeart/2005/8/layout/hierarchy6"/>
    <dgm:cxn modelId="{8C81847C-CA97-4460-BDA9-6A0E8F1CF178}" type="presParOf" srcId="{D8608CF2-E03B-4E3D-BEC6-DAB67084AE03}" destId="{537110E5-A664-4C56-8FE5-79EF40CEA1F7}" srcOrd="2" destOrd="0" presId="urn:microsoft.com/office/officeart/2005/8/layout/hierarchy6"/>
    <dgm:cxn modelId="{589F4C0F-F285-4A4C-9FAB-AFAA9C8136CF}" type="presParOf" srcId="{537110E5-A664-4C56-8FE5-79EF40CEA1F7}" destId="{544DC6EE-5C09-4C16-8072-457452D30653}" srcOrd="0" destOrd="0" presId="urn:microsoft.com/office/officeart/2005/8/layout/hierarchy6"/>
    <dgm:cxn modelId="{C14B5B92-8BAD-446F-BF95-90E2170437AF}" type="presParOf" srcId="{537110E5-A664-4C56-8FE5-79EF40CEA1F7}" destId="{B1407D7B-E0F7-43BE-BA71-F47047202CAD}" srcOrd="1" destOrd="0" presId="urn:microsoft.com/office/officeart/2005/8/layout/hierarchy6"/>
    <dgm:cxn modelId="{05B298A5-B2B5-4EC4-95E9-73331A1681E5}" type="presParOf" srcId="{D8608CF2-E03B-4E3D-BEC6-DAB67084AE03}" destId="{6E744CBF-E196-4876-8266-E1FE9EE538B4}" srcOrd="3" destOrd="0" presId="urn:microsoft.com/office/officeart/2005/8/layout/hierarchy6"/>
    <dgm:cxn modelId="{899D1A8D-1579-47C5-B031-2B3F619E810A}" type="presParOf" srcId="{6E744CBF-E196-4876-8266-E1FE9EE538B4}" destId="{5E7B547B-F151-4435-A65A-C00B1BAABA6F}" srcOrd="0" destOrd="0" presId="urn:microsoft.com/office/officeart/2005/8/layout/hierarchy6"/>
    <dgm:cxn modelId="{41F4580B-C816-43DB-905B-EF4C7E19914E}" type="presParOf" srcId="{D8608CF2-E03B-4E3D-BEC6-DAB67084AE03}" destId="{C4FAA43C-3B93-47FA-975F-959F55DE0D62}" srcOrd="4" destOrd="0" presId="urn:microsoft.com/office/officeart/2005/8/layout/hierarchy6"/>
    <dgm:cxn modelId="{02941F5F-9937-4A37-8F65-33ED58AFE240}" type="presParOf" srcId="{C4FAA43C-3B93-47FA-975F-959F55DE0D62}" destId="{DE1CE48D-9FF2-4041-BBFD-EC02B2A39A20}" srcOrd="0" destOrd="0" presId="urn:microsoft.com/office/officeart/2005/8/layout/hierarchy6"/>
    <dgm:cxn modelId="{98EE6775-7931-4449-8DA2-72DC5A7C2A0C}" type="presParOf" srcId="{C4FAA43C-3B93-47FA-975F-959F55DE0D62}" destId="{DDE62BF8-C59A-4CF9-8F4D-6D71B5DE5614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3C25D4-6BA8-45D7-A2FB-59026FEFADE4}" type="doc">
      <dgm:prSet loTypeId="urn:microsoft.com/office/officeart/2005/8/layout/hierarchy6" loCatId="hierarchy" qsTypeId="urn:microsoft.com/office/officeart/2005/8/quickstyle/simple3#2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A7CBDA62-3247-40EF-9923-1AAC913165EE}">
      <dgm:prSet phldrT="[Text]"/>
      <dgm:spPr/>
      <dgm:t>
        <a:bodyPr/>
        <a:lstStyle/>
        <a:p>
          <a:pPr algn="l"/>
          <a:r>
            <a:rPr lang="en-US" dirty="0"/>
            <a:t>class Game {</a:t>
          </a:r>
        </a:p>
        <a:p>
          <a:pPr algn="l"/>
          <a:r>
            <a:rPr lang="en-US" dirty="0"/>
            <a:t>  public static void main() {</a:t>
          </a:r>
        </a:p>
        <a:p>
          <a:pPr algn="l"/>
          <a:r>
            <a:rPr lang="en-US" dirty="0"/>
            <a:t>    </a:t>
          </a:r>
          <a:r>
            <a:rPr lang="en-US" dirty="0" err="1"/>
            <a:t>control.getInput</a:t>
          </a:r>
          <a:r>
            <a:rPr lang="en-US" dirty="0"/>
            <a:t>();</a:t>
          </a:r>
        </a:p>
        <a:p>
          <a:pPr algn="l"/>
          <a:r>
            <a:rPr lang="en-US" dirty="0"/>
            <a:t>    </a:t>
          </a:r>
          <a:r>
            <a:rPr lang="en-US" dirty="0" err="1"/>
            <a:t>display.show</a:t>
          </a:r>
          <a:r>
            <a:rPr lang="en-US" dirty="0"/>
            <a:t>();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6DC391D8-21E9-40A9-9A00-591966F7D532}" type="parTrans" cxnId="{F40C3B15-F467-42FE-B98A-CD458F23199D}">
      <dgm:prSet/>
      <dgm:spPr/>
      <dgm:t>
        <a:bodyPr/>
        <a:lstStyle/>
        <a:p>
          <a:endParaRPr lang="en-US"/>
        </a:p>
      </dgm:t>
    </dgm:pt>
    <dgm:pt modelId="{2514C668-152A-450D-9A8A-C2AFB56DE3AC}" type="sibTrans" cxnId="{F40C3B15-F467-42FE-B98A-CD458F23199D}">
      <dgm:prSet/>
      <dgm:spPr/>
      <dgm:t>
        <a:bodyPr/>
        <a:lstStyle/>
        <a:p>
          <a:endParaRPr lang="en-US"/>
        </a:p>
      </dgm:t>
    </dgm:pt>
    <dgm:pt modelId="{D31A0460-2A23-4EE8-B4F7-2AACC8CF7D4D}">
      <dgm:prSet phldrT="[Text]"/>
      <dgm:spPr/>
      <dgm:t>
        <a:bodyPr/>
        <a:lstStyle/>
        <a:p>
          <a:pPr algn="l"/>
          <a:r>
            <a:rPr lang="en-US" dirty="0"/>
            <a:t>class Control {</a:t>
          </a:r>
        </a:p>
        <a:p>
          <a:pPr algn="l"/>
          <a:r>
            <a:rPr lang="en-US" dirty="0"/>
            <a:t>  public String </a:t>
          </a:r>
          <a:r>
            <a:rPr lang="en-US" dirty="0" err="1"/>
            <a:t>getInput</a:t>
          </a:r>
          <a:r>
            <a:rPr lang="en-US" dirty="0"/>
            <a:t>() {</a:t>
          </a:r>
        </a:p>
        <a:p>
          <a:pPr algn="l"/>
          <a:r>
            <a:rPr lang="en-US" dirty="0"/>
            <a:t>    </a:t>
          </a:r>
          <a:r>
            <a:rPr lang="en-US" dirty="0" err="1"/>
            <a:t>mouse.getInput</a:t>
          </a:r>
          <a:r>
            <a:rPr lang="en-US" dirty="0"/>
            <a:t>();</a:t>
          </a:r>
        </a:p>
        <a:p>
          <a:pPr algn="l"/>
          <a:r>
            <a:rPr lang="en-US" dirty="0"/>
            <a:t>    </a:t>
          </a:r>
          <a:r>
            <a:rPr lang="en-US" dirty="0" err="1"/>
            <a:t>keyboard.getInput</a:t>
          </a:r>
          <a:r>
            <a:rPr lang="en-US" dirty="0"/>
            <a:t>();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F57246F0-9ECA-48D1-8278-B10BBC5E6CDD}" type="parTrans" cxnId="{97BF6DB6-C65B-4EF6-BBE2-36F9159222A8}">
      <dgm:prSet/>
      <dgm:spPr/>
      <dgm:t>
        <a:bodyPr/>
        <a:lstStyle/>
        <a:p>
          <a:endParaRPr lang="en-US"/>
        </a:p>
      </dgm:t>
    </dgm:pt>
    <dgm:pt modelId="{492A8B88-9BE8-42AA-BF7E-1732A45BB502}" type="sibTrans" cxnId="{97BF6DB6-C65B-4EF6-BBE2-36F9159222A8}">
      <dgm:prSet/>
      <dgm:spPr/>
      <dgm:t>
        <a:bodyPr/>
        <a:lstStyle/>
        <a:p>
          <a:endParaRPr lang="en-US"/>
        </a:p>
      </dgm:t>
    </dgm:pt>
    <dgm:pt modelId="{47701488-A9DB-442D-834D-47C18119C984}">
      <dgm:prSet phldrT="[Text]"/>
      <dgm:spPr/>
      <dgm:t>
        <a:bodyPr/>
        <a:lstStyle/>
        <a:p>
          <a:pPr algn="l"/>
          <a:r>
            <a:rPr lang="en-US" dirty="0"/>
            <a:t>class Mouse {</a:t>
          </a:r>
        </a:p>
        <a:p>
          <a:pPr algn="l"/>
          <a:r>
            <a:rPr lang="en-US" dirty="0"/>
            <a:t>  public String </a:t>
          </a:r>
          <a:r>
            <a:rPr lang="en-US" dirty="0" err="1"/>
            <a:t>getInput</a:t>
          </a:r>
          <a:r>
            <a:rPr lang="en-US" dirty="0"/>
            <a:t>() {</a:t>
          </a:r>
        </a:p>
        <a:p>
          <a:pPr algn="l"/>
          <a:r>
            <a:rPr lang="en-US" dirty="0"/>
            <a:t>    …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66E7960C-4E93-42F1-BE35-7D7F89577D61}" type="parTrans" cxnId="{6D856031-DE72-403F-BF85-A108EA6E46B9}">
      <dgm:prSet/>
      <dgm:spPr/>
      <dgm:t>
        <a:bodyPr/>
        <a:lstStyle/>
        <a:p>
          <a:endParaRPr lang="en-US"/>
        </a:p>
      </dgm:t>
    </dgm:pt>
    <dgm:pt modelId="{889449A6-BBBB-4851-8D47-1B95BAA42AE6}" type="sibTrans" cxnId="{6D856031-DE72-403F-BF85-A108EA6E46B9}">
      <dgm:prSet/>
      <dgm:spPr/>
      <dgm:t>
        <a:bodyPr/>
        <a:lstStyle/>
        <a:p>
          <a:endParaRPr lang="en-US"/>
        </a:p>
      </dgm:t>
    </dgm:pt>
    <dgm:pt modelId="{10568F30-F9FA-4FE4-8CCC-0F5E0B1B4823}">
      <dgm:prSet phldrT="[Text]"/>
      <dgm:spPr/>
      <dgm:t>
        <a:bodyPr/>
        <a:lstStyle/>
        <a:p>
          <a:pPr algn="l"/>
          <a:r>
            <a:rPr lang="en-US" dirty="0"/>
            <a:t>class Keyboard {</a:t>
          </a:r>
        </a:p>
        <a:p>
          <a:pPr algn="l"/>
          <a:r>
            <a:rPr lang="en-US" dirty="0"/>
            <a:t>  public String </a:t>
          </a:r>
          <a:r>
            <a:rPr lang="en-US" dirty="0" err="1"/>
            <a:t>getInput</a:t>
          </a:r>
          <a:r>
            <a:rPr lang="en-US" dirty="0"/>
            <a:t>() {</a:t>
          </a:r>
        </a:p>
        <a:p>
          <a:pPr algn="l"/>
          <a:r>
            <a:rPr lang="en-US" dirty="0"/>
            <a:t>    …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91DC4F0A-66DF-4AFC-9437-BFBC233ECD09}" type="parTrans" cxnId="{A59BF6DD-2F8E-44BA-92B5-7DC857D2E176}">
      <dgm:prSet/>
      <dgm:spPr/>
      <dgm:t>
        <a:bodyPr/>
        <a:lstStyle/>
        <a:p>
          <a:endParaRPr lang="en-US"/>
        </a:p>
      </dgm:t>
    </dgm:pt>
    <dgm:pt modelId="{274A32EF-BEC7-4D0D-8B3E-E2F9FE5786A0}" type="sibTrans" cxnId="{A59BF6DD-2F8E-44BA-92B5-7DC857D2E176}">
      <dgm:prSet/>
      <dgm:spPr/>
      <dgm:t>
        <a:bodyPr/>
        <a:lstStyle/>
        <a:p>
          <a:endParaRPr lang="en-US"/>
        </a:p>
      </dgm:t>
    </dgm:pt>
    <dgm:pt modelId="{5E87662D-5A7C-4482-830B-5DF0AD11F962}">
      <dgm:prSet phldrT="[Text]"/>
      <dgm:spPr/>
      <dgm:t>
        <a:bodyPr/>
        <a:lstStyle/>
        <a:p>
          <a:pPr algn="l"/>
          <a:r>
            <a:rPr lang="en-US" dirty="0"/>
            <a:t>class Display {</a:t>
          </a:r>
        </a:p>
        <a:p>
          <a:pPr algn="l"/>
          <a:r>
            <a:rPr lang="en-US" dirty="0"/>
            <a:t>  public void show() {</a:t>
          </a:r>
        </a:p>
        <a:p>
          <a:pPr algn="l"/>
          <a:r>
            <a:rPr lang="en-US" dirty="0"/>
            <a:t>    </a:t>
          </a:r>
          <a:r>
            <a:rPr lang="en-US" dirty="0" err="1"/>
            <a:t>scenery.show</a:t>
          </a:r>
          <a:r>
            <a:rPr lang="en-US" dirty="0"/>
            <a:t>;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5AF7EAB1-EE2A-4C08-A75D-8557106E549B}" type="parTrans" cxnId="{6C958D5A-C884-4CE6-A818-D3C48B745574}">
      <dgm:prSet/>
      <dgm:spPr/>
      <dgm:t>
        <a:bodyPr/>
        <a:lstStyle/>
        <a:p>
          <a:endParaRPr lang="en-US"/>
        </a:p>
      </dgm:t>
    </dgm:pt>
    <dgm:pt modelId="{5E0C4B85-DC4D-4893-ADB8-45930CEF0278}" type="sibTrans" cxnId="{6C958D5A-C884-4CE6-A818-D3C48B745574}">
      <dgm:prSet/>
      <dgm:spPr/>
      <dgm:t>
        <a:bodyPr/>
        <a:lstStyle/>
        <a:p>
          <a:endParaRPr lang="en-US"/>
        </a:p>
      </dgm:t>
    </dgm:pt>
    <dgm:pt modelId="{9904053B-23B2-496A-9729-6FFC732A93F2}">
      <dgm:prSet phldrT="[Text]"/>
      <dgm:spPr/>
      <dgm:t>
        <a:bodyPr/>
        <a:lstStyle/>
        <a:p>
          <a:pPr algn="l"/>
          <a:r>
            <a:rPr lang="en-US" dirty="0"/>
            <a:t>class Scenery {</a:t>
          </a:r>
        </a:p>
        <a:p>
          <a:pPr algn="l"/>
          <a:r>
            <a:rPr lang="en-US" dirty="0"/>
            <a:t>  public void show() {</a:t>
          </a:r>
        </a:p>
        <a:p>
          <a:pPr algn="l"/>
          <a:r>
            <a:rPr lang="en-US" dirty="0"/>
            <a:t>    …</a:t>
          </a:r>
        </a:p>
        <a:p>
          <a:pPr algn="l"/>
          <a:r>
            <a:rPr lang="en-US" dirty="0"/>
            <a:t>  }</a:t>
          </a:r>
        </a:p>
        <a:p>
          <a:pPr algn="l"/>
          <a:r>
            <a:rPr lang="en-US" dirty="0"/>
            <a:t>}</a:t>
          </a:r>
        </a:p>
      </dgm:t>
    </dgm:pt>
    <dgm:pt modelId="{EA085278-2A3C-4628-8BC5-5890155FAB42}" type="parTrans" cxnId="{B2A07646-DC17-478F-BA5A-47E90FA517D6}">
      <dgm:prSet/>
      <dgm:spPr/>
      <dgm:t>
        <a:bodyPr/>
        <a:lstStyle/>
        <a:p>
          <a:endParaRPr lang="en-US"/>
        </a:p>
      </dgm:t>
    </dgm:pt>
    <dgm:pt modelId="{BD61AF19-A708-449D-BCC5-A49C830FF6B1}" type="sibTrans" cxnId="{B2A07646-DC17-478F-BA5A-47E90FA517D6}">
      <dgm:prSet/>
      <dgm:spPr/>
      <dgm:t>
        <a:bodyPr/>
        <a:lstStyle/>
        <a:p>
          <a:endParaRPr lang="en-US"/>
        </a:p>
      </dgm:t>
    </dgm:pt>
    <dgm:pt modelId="{B06760FB-9D51-40D1-97BA-6870B8B691BC}">
      <dgm:prSet phldrT="[Text]"/>
      <dgm:spPr/>
      <dgm:t>
        <a:bodyPr/>
        <a:lstStyle/>
        <a:p>
          <a:r>
            <a:rPr lang="en-US" dirty="0"/>
            <a:t>System</a:t>
          </a:r>
        </a:p>
      </dgm:t>
    </dgm:pt>
    <dgm:pt modelId="{940099DC-9F95-4CAA-B563-19A8F8234F31}" type="parTrans" cxnId="{F57213E0-422D-41CC-BF33-2DB13775B5B6}">
      <dgm:prSet/>
      <dgm:spPr/>
      <dgm:t>
        <a:bodyPr/>
        <a:lstStyle/>
        <a:p>
          <a:endParaRPr lang="en-US"/>
        </a:p>
      </dgm:t>
    </dgm:pt>
    <dgm:pt modelId="{1DCA6BFB-EEF2-45F0-9CCE-9595FB350ADE}" type="sibTrans" cxnId="{F57213E0-422D-41CC-BF33-2DB13775B5B6}">
      <dgm:prSet/>
      <dgm:spPr/>
      <dgm:t>
        <a:bodyPr/>
        <a:lstStyle/>
        <a:p>
          <a:endParaRPr lang="en-US"/>
        </a:p>
      </dgm:t>
    </dgm:pt>
    <dgm:pt modelId="{2A5C4548-0E44-4BA3-8FB8-CD156E03E12C}">
      <dgm:prSet phldrT="[Text]"/>
      <dgm:spPr/>
      <dgm:t>
        <a:bodyPr/>
        <a:lstStyle/>
        <a:p>
          <a:r>
            <a:rPr lang="en-US" dirty="0"/>
            <a:t>Subsystems</a:t>
          </a:r>
        </a:p>
      </dgm:t>
    </dgm:pt>
    <dgm:pt modelId="{312CCEA1-271D-4D36-9690-7941E27FFD19}" type="parTrans" cxnId="{5C7C0904-56B9-4AFF-9624-A99FE15BBA1D}">
      <dgm:prSet/>
      <dgm:spPr/>
      <dgm:t>
        <a:bodyPr/>
        <a:lstStyle/>
        <a:p>
          <a:endParaRPr lang="en-US"/>
        </a:p>
      </dgm:t>
    </dgm:pt>
    <dgm:pt modelId="{0F7DC5C6-E9EA-4474-9706-E64C41A5BB69}" type="sibTrans" cxnId="{5C7C0904-56B9-4AFF-9624-A99FE15BBA1D}">
      <dgm:prSet/>
      <dgm:spPr/>
      <dgm:t>
        <a:bodyPr/>
        <a:lstStyle/>
        <a:p>
          <a:endParaRPr lang="en-US"/>
        </a:p>
      </dgm:t>
    </dgm:pt>
    <dgm:pt modelId="{2964756D-1A4F-4541-B89C-0A75672935DB}">
      <dgm:prSet phldrT="[Text]"/>
      <dgm:spPr/>
      <dgm:t>
        <a:bodyPr/>
        <a:lstStyle/>
        <a:p>
          <a:r>
            <a:rPr lang="en-US" dirty="0"/>
            <a:t>Modules</a:t>
          </a:r>
        </a:p>
      </dgm:t>
    </dgm:pt>
    <dgm:pt modelId="{BD37E582-B362-44E4-BBFE-0BD2AA08C26B}" type="parTrans" cxnId="{7DAA6787-D8BA-4030-9299-ED56D481BC28}">
      <dgm:prSet/>
      <dgm:spPr/>
      <dgm:t>
        <a:bodyPr/>
        <a:lstStyle/>
        <a:p>
          <a:endParaRPr lang="en-US"/>
        </a:p>
      </dgm:t>
    </dgm:pt>
    <dgm:pt modelId="{C0BCBF92-A161-422C-97C4-FC2E02AB2901}" type="sibTrans" cxnId="{7DAA6787-D8BA-4030-9299-ED56D481BC28}">
      <dgm:prSet/>
      <dgm:spPr/>
      <dgm:t>
        <a:bodyPr/>
        <a:lstStyle/>
        <a:p>
          <a:endParaRPr lang="en-US"/>
        </a:p>
      </dgm:t>
    </dgm:pt>
    <dgm:pt modelId="{AF89C448-9AF9-48C7-930A-75DB186A629E}" type="pres">
      <dgm:prSet presAssocID="{A43C25D4-6BA8-45D7-A2FB-59026FEFADE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4BFA8FB-3E77-40C4-AC9C-E1705BED1FC2}" type="pres">
      <dgm:prSet presAssocID="{A43C25D4-6BA8-45D7-A2FB-59026FEFADE4}" presName="hierFlow" presStyleCnt="0"/>
      <dgm:spPr/>
    </dgm:pt>
    <dgm:pt modelId="{E5391BC1-6A8D-4C29-B6D6-161A148AEBB8}" type="pres">
      <dgm:prSet presAssocID="{A43C25D4-6BA8-45D7-A2FB-59026FEFADE4}" presName="firstBuf" presStyleCnt="0"/>
      <dgm:spPr/>
    </dgm:pt>
    <dgm:pt modelId="{F5B8835F-F382-4F1C-80B6-372314EAF269}" type="pres">
      <dgm:prSet presAssocID="{A43C25D4-6BA8-45D7-A2FB-59026FEFADE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9A13FDB-275F-4102-9405-EF2FE1DC53CC}" type="pres">
      <dgm:prSet presAssocID="{A7CBDA62-3247-40EF-9923-1AAC913165EE}" presName="Name14" presStyleCnt="0"/>
      <dgm:spPr/>
    </dgm:pt>
    <dgm:pt modelId="{F16F4788-874D-4F18-ACF9-84566A7050C4}" type="pres">
      <dgm:prSet presAssocID="{A7CBDA62-3247-40EF-9923-1AAC913165EE}" presName="level1Shape" presStyleLbl="node0" presStyleIdx="0" presStyleCnt="1">
        <dgm:presLayoutVars>
          <dgm:chPref val="3"/>
        </dgm:presLayoutVars>
      </dgm:prSet>
      <dgm:spPr/>
    </dgm:pt>
    <dgm:pt modelId="{C65BB448-D02E-4B26-B433-4BC3B44A45E5}" type="pres">
      <dgm:prSet presAssocID="{A7CBDA62-3247-40EF-9923-1AAC913165EE}" presName="hierChild2" presStyleCnt="0"/>
      <dgm:spPr/>
    </dgm:pt>
    <dgm:pt modelId="{80019ADE-CBD5-40C6-8444-8AB671B9AA21}" type="pres">
      <dgm:prSet presAssocID="{F57246F0-9ECA-48D1-8278-B10BBC5E6CDD}" presName="Name19" presStyleLbl="parChTrans1D2" presStyleIdx="0" presStyleCnt="2"/>
      <dgm:spPr/>
    </dgm:pt>
    <dgm:pt modelId="{B809BBD5-8FF1-429A-8A63-78F2B1BE58FD}" type="pres">
      <dgm:prSet presAssocID="{D31A0460-2A23-4EE8-B4F7-2AACC8CF7D4D}" presName="Name21" presStyleCnt="0"/>
      <dgm:spPr/>
    </dgm:pt>
    <dgm:pt modelId="{6403B750-BB24-4755-A2A2-D7661790501B}" type="pres">
      <dgm:prSet presAssocID="{D31A0460-2A23-4EE8-B4F7-2AACC8CF7D4D}" presName="level2Shape" presStyleLbl="node2" presStyleIdx="0" presStyleCnt="2"/>
      <dgm:spPr/>
    </dgm:pt>
    <dgm:pt modelId="{F086DDE1-F3D2-48AE-875C-F1CC592C8CFD}" type="pres">
      <dgm:prSet presAssocID="{D31A0460-2A23-4EE8-B4F7-2AACC8CF7D4D}" presName="hierChild3" presStyleCnt="0"/>
      <dgm:spPr/>
    </dgm:pt>
    <dgm:pt modelId="{BA425450-72FE-44B5-AC91-B4854937D93C}" type="pres">
      <dgm:prSet presAssocID="{66E7960C-4E93-42F1-BE35-7D7F89577D61}" presName="Name19" presStyleLbl="parChTrans1D3" presStyleIdx="0" presStyleCnt="3"/>
      <dgm:spPr/>
    </dgm:pt>
    <dgm:pt modelId="{D1137770-A86C-43E0-963A-4A1E811226C1}" type="pres">
      <dgm:prSet presAssocID="{47701488-A9DB-442D-834D-47C18119C984}" presName="Name21" presStyleCnt="0"/>
      <dgm:spPr/>
    </dgm:pt>
    <dgm:pt modelId="{252088B0-4771-40D4-AEE5-15F6C84AC1A1}" type="pres">
      <dgm:prSet presAssocID="{47701488-A9DB-442D-834D-47C18119C984}" presName="level2Shape" presStyleLbl="node3" presStyleIdx="0" presStyleCnt="3"/>
      <dgm:spPr/>
    </dgm:pt>
    <dgm:pt modelId="{F15A4D30-ADBA-46BA-9C89-DD0DF7030A7C}" type="pres">
      <dgm:prSet presAssocID="{47701488-A9DB-442D-834D-47C18119C984}" presName="hierChild3" presStyleCnt="0"/>
      <dgm:spPr/>
    </dgm:pt>
    <dgm:pt modelId="{1A3B8C22-202B-4F5C-8D9C-768F870A1A8A}" type="pres">
      <dgm:prSet presAssocID="{91DC4F0A-66DF-4AFC-9437-BFBC233ECD09}" presName="Name19" presStyleLbl="parChTrans1D3" presStyleIdx="1" presStyleCnt="3"/>
      <dgm:spPr/>
    </dgm:pt>
    <dgm:pt modelId="{77EAE89E-CE63-4C9F-8B88-E55F322C63D7}" type="pres">
      <dgm:prSet presAssocID="{10568F30-F9FA-4FE4-8CCC-0F5E0B1B4823}" presName="Name21" presStyleCnt="0"/>
      <dgm:spPr/>
    </dgm:pt>
    <dgm:pt modelId="{F6EC4100-4FC2-4CB9-845F-571D44F3F359}" type="pres">
      <dgm:prSet presAssocID="{10568F30-F9FA-4FE4-8CCC-0F5E0B1B4823}" presName="level2Shape" presStyleLbl="node3" presStyleIdx="1" presStyleCnt="3"/>
      <dgm:spPr/>
    </dgm:pt>
    <dgm:pt modelId="{EFC51D63-4909-469B-9259-B5A05F602BF2}" type="pres">
      <dgm:prSet presAssocID="{10568F30-F9FA-4FE4-8CCC-0F5E0B1B4823}" presName="hierChild3" presStyleCnt="0"/>
      <dgm:spPr/>
    </dgm:pt>
    <dgm:pt modelId="{5B512212-2AF2-404C-8B2D-91BF7524D241}" type="pres">
      <dgm:prSet presAssocID="{5AF7EAB1-EE2A-4C08-A75D-8557106E549B}" presName="Name19" presStyleLbl="parChTrans1D2" presStyleIdx="1" presStyleCnt="2"/>
      <dgm:spPr/>
    </dgm:pt>
    <dgm:pt modelId="{1170E8A6-9590-46AA-9F2E-FA61959F08DB}" type="pres">
      <dgm:prSet presAssocID="{5E87662D-5A7C-4482-830B-5DF0AD11F962}" presName="Name21" presStyleCnt="0"/>
      <dgm:spPr/>
    </dgm:pt>
    <dgm:pt modelId="{0541B178-0A74-482A-8D42-F88EF98B2EDC}" type="pres">
      <dgm:prSet presAssocID="{5E87662D-5A7C-4482-830B-5DF0AD11F962}" presName="level2Shape" presStyleLbl="node2" presStyleIdx="1" presStyleCnt="2"/>
      <dgm:spPr/>
    </dgm:pt>
    <dgm:pt modelId="{6FBC3FF2-5F93-4351-847C-9F5122650F18}" type="pres">
      <dgm:prSet presAssocID="{5E87662D-5A7C-4482-830B-5DF0AD11F962}" presName="hierChild3" presStyleCnt="0"/>
      <dgm:spPr/>
    </dgm:pt>
    <dgm:pt modelId="{A281F969-74CC-4890-A6A5-4C9E3E2BDC98}" type="pres">
      <dgm:prSet presAssocID="{EA085278-2A3C-4628-8BC5-5890155FAB42}" presName="Name19" presStyleLbl="parChTrans1D3" presStyleIdx="2" presStyleCnt="3"/>
      <dgm:spPr/>
    </dgm:pt>
    <dgm:pt modelId="{90C8E8D5-B54A-4B32-84A8-C6E56754AFC1}" type="pres">
      <dgm:prSet presAssocID="{9904053B-23B2-496A-9729-6FFC732A93F2}" presName="Name21" presStyleCnt="0"/>
      <dgm:spPr/>
    </dgm:pt>
    <dgm:pt modelId="{93913922-78C6-4AFC-A283-5D9496FA0776}" type="pres">
      <dgm:prSet presAssocID="{9904053B-23B2-496A-9729-6FFC732A93F2}" presName="level2Shape" presStyleLbl="node3" presStyleIdx="2" presStyleCnt="3"/>
      <dgm:spPr/>
    </dgm:pt>
    <dgm:pt modelId="{8F4148AD-F5DD-4F51-9274-594B5937D192}" type="pres">
      <dgm:prSet presAssocID="{9904053B-23B2-496A-9729-6FFC732A93F2}" presName="hierChild3" presStyleCnt="0"/>
      <dgm:spPr/>
    </dgm:pt>
    <dgm:pt modelId="{D8608CF2-E03B-4E3D-BEC6-DAB67084AE03}" type="pres">
      <dgm:prSet presAssocID="{A43C25D4-6BA8-45D7-A2FB-59026FEFADE4}" presName="bgShapesFlow" presStyleCnt="0"/>
      <dgm:spPr/>
    </dgm:pt>
    <dgm:pt modelId="{AE8D25B2-FEAD-47B9-865F-A18ED2C42613}" type="pres">
      <dgm:prSet presAssocID="{B06760FB-9D51-40D1-97BA-6870B8B691BC}" presName="rectComp" presStyleCnt="0"/>
      <dgm:spPr/>
    </dgm:pt>
    <dgm:pt modelId="{7C125CB9-8F31-446A-92FB-B41B67992EF7}" type="pres">
      <dgm:prSet presAssocID="{B06760FB-9D51-40D1-97BA-6870B8B691BC}" presName="bgRect" presStyleLbl="bgShp" presStyleIdx="0" presStyleCnt="3"/>
      <dgm:spPr/>
    </dgm:pt>
    <dgm:pt modelId="{EE52895B-B477-43DA-A773-9628E7B0C8DD}" type="pres">
      <dgm:prSet presAssocID="{B06760FB-9D51-40D1-97BA-6870B8B691BC}" presName="bgRectTx" presStyleLbl="bgShp" presStyleIdx="0" presStyleCnt="3">
        <dgm:presLayoutVars>
          <dgm:bulletEnabled val="1"/>
        </dgm:presLayoutVars>
      </dgm:prSet>
      <dgm:spPr/>
    </dgm:pt>
    <dgm:pt modelId="{65B2C4BC-5C0A-4ED0-B902-C6A45DC710B4}" type="pres">
      <dgm:prSet presAssocID="{B06760FB-9D51-40D1-97BA-6870B8B691BC}" presName="spComp" presStyleCnt="0"/>
      <dgm:spPr/>
    </dgm:pt>
    <dgm:pt modelId="{2EE35EB9-DD43-48D2-A380-77B34A13A235}" type="pres">
      <dgm:prSet presAssocID="{B06760FB-9D51-40D1-97BA-6870B8B691BC}" presName="vSp" presStyleCnt="0"/>
      <dgm:spPr/>
    </dgm:pt>
    <dgm:pt modelId="{537110E5-A664-4C56-8FE5-79EF40CEA1F7}" type="pres">
      <dgm:prSet presAssocID="{2A5C4548-0E44-4BA3-8FB8-CD156E03E12C}" presName="rectComp" presStyleCnt="0"/>
      <dgm:spPr/>
    </dgm:pt>
    <dgm:pt modelId="{544DC6EE-5C09-4C16-8072-457452D30653}" type="pres">
      <dgm:prSet presAssocID="{2A5C4548-0E44-4BA3-8FB8-CD156E03E12C}" presName="bgRect" presStyleLbl="bgShp" presStyleIdx="1" presStyleCnt="3"/>
      <dgm:spPr/>
    </dgm:pt>
    <dgm:pt modelId="{B1407D7B-E0F7-43BE-BA71-F47047202CAD}" type="pres">
      <dgm:prSet presAssocID="{2A5C4548-0E44-4BA3-8FB8-CD156E03E12C}" presName="bgRectTx" presStyleLbl="bgShp" presStyleIdx="1" presStyleCnt="3">
        <dgm:presLayoutVars>
          <dgm:bulletEnabled val="1"/>
        </dgm:presLayoutVars>
      </dgm:prSet>
      <dgm:spPr/>
    </dgm:pt>
    <dgm:pt modelId="{6E744CBF-E196-4876-8266-E1FE9EE538B4}" type="pres">
      <dgm:prSet presAssocID="{2A5C4548-0E44-4BA3-8FB8-CD156E03E12C}" presName="spComp" presStyleCnt="0"/>
      <dgm:spPr/>
    </dgm:pt>
    <dgm:pt modelId="{5E7B547B-F151-4435-A65A-C00B1BAABA6F}" type="pres">
      <dgm:prSet presAssocID="{2A5C4548-0E44-4BA3-8FB8-CD156E03E12C}" presName="vSp" presStyleCnt="0"/>
      <dgm:spPr/>
    </dgm:pt>
    <dgm:pt modelId="{C4FAA43C-3B93-47FA-975F-959F55DE0D62}" type="pres">
      <dgm:prSet presAssocID="{2964756D-1A4F-4541-B89C-0A75672935DB}" presName="rectComp" presStyleCnt="0"/>
      <dgm:spPr/>
    </dgm:pt>
    <dgm:pt modelId="{DE1CE48D-9FF2-4041-BBFD-EC02B2A39A20}" type="pres">
      <dgm:prSet presAssocID="{2964756D-1A4F-4541-B89C-0A75672935DB}" presName="bgRect" presStyleLbl="bgShp" presStyleIdx="2" presStyleCnt="3" custLinFactNeighborY="1226"/>
      <dgm:spPr/>
    </dgm:pt>
    <dgm:pt modelId="{DDE62BF8-C59A-4CF9-8F4D-6D71B5DE5614}" type="pres">
      <dgm:prSet presAssocID="{2964756D-1A4F-4541-B89C-0A75672935DB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C7B2D500-FF30-4145-8C42-34956F1BADB3}" type="presOf" srcId="{5E87662D-5A7C-4482-830B-5DF0AD11F962}" destId="{0541B178-0A74-482A-8D42-F88EF98B2EDC}" srcOrd="0" destOrd="0" presId="urn:microsoft.com/office/officeart/2005/8/layout/hierarchy6"/>
    <dgm:cxn modelId="{5C7C0904-56B9-4AFF-9624-A99FE15BBA1D}" srcId="{A43C25D4-6BA8-45D7-A2FB-59026FEFADE4}" destId="{2A5C4548-0E44-4BA3-8FB8-CD156E03E12C}" srcOrd="2" destOrd="0" parTransId="{312CCEA1-271D-4D36-9690-7941E27FFD19}" sibTransId="{0F7DC5C6-E9EA-4474-9706-E64C41A5BB69}"/>
    <dgm:cxn modelId="{CB6A210B-C91D-4987-9AEF-1E1F7893F9F5}" type="presOf" srcId="{66E7960C-4E93-42F1-BE35-7D7F89577D61}" destId="{BA425450-72FE-44B5-AC91-B4854937D93C}" srcOrd="0" destOrd="0" presId="urn:microsoft.com/office/officeart/2005/8/layout/hierarchy6"/>
    <dgm:cxn modelId="{A568260F-6E86-4FD4-997C-AE16DAB39D6B}" type="presOf" srcId="{A7CBDA62-3247-40EF-9923-1AAC913165EE}" destId="{F16F4788-874D-4F18-ACF9-84566A7050C4}" srcOrd="0" destOrd="0" presId="urn:microsoft.com/office/officeart/2005/8/layout/hierarchy6"/>
    <dgm:cxn modelId="{F40C3B15-F467-42FE-B98A-CD458F23199D}" srcId="{A43C25D4-6BA8-45D7-A2FB-59026FEFADE4}" destId="{A7CBDA62-3247-40EF-9923-1AAC913165EE}" srcOrd="0" destOrd="0" parTransId="{6DC391D8-21E9-40A9-9A00-591966F7D532}" sibTransId="{2514C668-152A-450D-9A8A-C2AFB56DE3AC}"/>
    <dgm:cxn modelId="{6D856031-DE72-403F-BF85-A108EA6E46B9}" srcId="{D31A0460-2A23-4EE8-B4F7-2AACC8CF7D4D}" destId="{47701488-A9DB-442D-834D-47C18119C984}" srcOrd="0" destOrd="0" parTransId="{66E7960C-4E93-42F1-BE35-7D7F89577D61}" sibTransId="{889449A6-BBBB-4851-8D47-1B95BAA42AE6}"/>
    <dgm:cxn modelId="{BF32A735-83A2-468F-AAB2-A83DAFD11C43}" type="presOf" srcId="{91DC4F0A-66DF-4AFC-9437-BFBC233ECD09}" destId="{1A3B8C22-202B-4F5C-8D9C-768F870A1A8A}" srcOrd="0" destOrd="0" presId="urn:microsoft.com/office/officeart/2005/8/layout/hierarchy6"/>
    <dgm:cxn modelId="{DB4B1F40-FB6D-48F2-9F5D-E459E8D575FA}" type="presOf" srcId="{2A5C4548-0E44-4BA3-8FB8-CD156E03E12C}" destId="{544DC6EE-5C09-4C16-8072-457452D30653}" srcOrd="0" destOrd="0" presId="urn:microsoft.com/office/officeart/2005/8/layout/hierarchy6"/>
    <dgm:cxn modelId="{B2A07646-DC17-478F-BA5A-47E90FA517D6}" srcId="{5E87662D-5A7C-4482-830B-5DF0AD11F962}" destId="{9904053B-23B2-496A-9729-6FFC732A93F2}" srcOrd="0" destOrd="0" parTransId="{EA085278-2A3C-4628-8BC5-5890155FAB42}" sibTransId="{BD61AF19-A708-449D-BCC5-A49C830FF6B1}"/>
    <dgm:cxn modelId="{6C958D5A-C884-4CE6-A818-D3C48B745574}" srcId="{A7CBDA62-3247-40EF-9923-1AAC913165EE}" destId="{5E87662D-5A7C-4482-830B-5DF0AD11F962}" srcOrd="1" destOrd="0" parTransId="{5AF7EAB1-EE2A-4C08-A75D-8557106E549B}" sibTransId="{5E0C4B85-DC4D-4893-ADB8-45930CEF0278}"/>
    <dgm:cxn modelId="{DB3FA86B-B273-4965-BA86-FF705C77B2E8}" type="presOf" srcId="{EA085278-2A3C-4628-8BC5-5890155FAB42}" destId="{A281F969-74CC-4890-A6A5-4C9E3E2BDC98}" srcOrd="0" destOrd="0" presId="urn:microsoft.com/office/officeart/2005/8/layout/hierarchy6"/>
    <dgm:cxn modelId="{8D520371-2C80-4D38-8A64-BADCF49B6C69}" type="presOf" srcId="{2A5C4548-0E44-4BA3-8FB8-CD156E03E12C}" destId="{B1407D7B-E0F7-43BE-BA71-F47047202CAD}" srcOrd="1" destOrd="0" presId="urn:microsoft.com/office/officeart/2005/8/layout/hierarchy6"/>
    <dgm:cxn modelId="{7DAA6787-D8BA-4030-9299-ED56D481BC28}" srcId="{A43C25D4-6BA8-45D7-A2FB-59026FEFADE4}" destId="{2964756D-1A4F-4541-B89C-0A75672935DB}" srcOrd="3" destOrd="0" parTransId="{BD37E582-B362-44E4-BBFE-0BD2AA08C26B}" sibTransId="{C0BCBF92-A161-422C-97C4-FC2E02AB2901}"/>
    <dgm:cxn modelId="{208C688B-9892-44B0-8CE7-7C70587EAEEB}" type="presOf" srcId="{A43C25D4-6BA8-45D7-A2FB-59026FEFADE4}" destId="{AF89C448-9AF9-48C7-930A-75DB186A629E}" srcOrd="0" destOrd="0" presId="urn:microsoft.com/office/officeart/2005/8/layout/hierarchy6"/>
    <dgm:cxn modelId="{97BF6DB6-C65B-4EF6-BBE2-36F9159222A8}" srcId="{A7CBDA62-3247-40EF-9923-1AAC913165EE}" destId="{D31A0460-2A23-4EE8-B4F7-2AACC8CF7D4D}" srcOrd="0" destOrd="0" parTransId="{F57246F0-9ECA-48D1-8278-B10BBC5E6CDD}" sibTransId="{492A8B88-9BE8-42AA-BF7E-1732A45BB502}"/>
    <dgm:cxn modelId="{71787DB7-7319-46D5-9546-EB81AD61BD11}" type="presOf" srcId="{2964756D-1A4F-4541-B89C-0A75672935DB}" destId="{DDE62BF8-C59A-4CF9-8F4D-6D71B5DE5614}" srcOrd="1" destOrd="0" presId="urn:microsoft.com/office/officeart/2005/8/layout/hierarchy6"/>
    <dgm:cxn modelId="{541E33B8-762B-40D1-BB77-AE7F9B8CF7F1}" type="presOf" srcId="{2964756D-1A4F-4541-B89C-0A75672935DB}" destId="{DE1CE48D-9FF2-4041-BBFD-EC02B2A39A20}" srcOrd="0" destOrd="0" presId="urn:microsoft.com/office/officeart/2005/8/layout/hierarchy6"/>
    <dgm:cxn modelId="{2AECCABF-0F0A-4281-A952-A1CEACCD2DC0}" type="presOf" srcId="{F57246F0-9ECA-48D1-8278-B10BBC5E6CDD}" destId="{80019ADE-CBD5-40C6-8444-8AB671B9AA21}" srcOrd="0" destOrd="0" presId="urn:microsoft.com/office/officeart/2005/8/layout/hierarchy6"/>
    <dgm:cxn modelId="{07E6DBC3-7A16-47B9-8B0A-FD854C1501DE}" type="presOf" srcId="{47701488-A9DB-442D-834D-47C18119C984}" destId="{252088B0-4771-40D4-AEE5-15F6C84AC1A1}" srcOrd="0" destOrd="0" presId="urn:microsoft.com/office/officeart/2005/8/layout/hierarchy6"/>
    <dgm:cxn modelId="{3233AAC7-4ACC-4CC9-BCE9-FBB9F4DD70F6}" type="presOf" srcId="{B06760FB-9D51-40D1-97BA-6870B8B691BC}" destId="{EE52895B-B477-43DA-A773-9628E7B0C8DD}" srcOrd="1" destOrd="0" presId="urn:microsoft.com/office/officeart/2005/8/layout/hierarchy6"/>
    <dgm:cxn modelId="{CAEF66C8-28F6-49DA-AD81-C909667E6D3B}" type="presOf" srcId="{10568F30-F9FA-4FE4-8CCC-0F5E0B1B4823}" destId="{F6EC4100-4FC2-4CB9-845F-571D44F3F359}" srcOrd="0" destOrd="0" presId="urn:microsoft.com/office/officeart/2005/8/layout/hierarchy6"/>
    <dgm:cxn modelId="{8B43C2D0-5FD8-445F-9076-5DFDECDE5311}" type="presOf" srcId="{9904053B-23B2-496A-9729-6FFC732A93F2}" destId="{93913922-78C6-4AFC-A283-5D9496FA0776}" srcOrd="0" destOrd="0" presId="urn:microsoft.com/office/officeart/2005/8/layout/hierarchy6"/>
    <dgm:cxn modelId="{560A24D9-3A9A-4F9F-9FD4-13CC6DC5D61C}" type="presOf" srcId="{D31A0460-2A23-4EE8-B4F7-2AACC8CF7D4D}" destId="{6403B750-BB24-4755-A2A2-D7661790501B}" srcOrd="0" destOrd="0" presId="urn:microsoft.com/office/officeart/2005/8/layout/hierarchy6"/>
    <dgm:cxn modelId="{A59BF6DD-2F8E-44BA-92B5-7DC857D2E176}" srcId="{D31A0460-2A23-4EE8-B4F7-2AACC8CF7D4D}" destId="{10568F30-F9FA-4FE4-8CCC-0F5E0B1B4823}" srcOrd="1" destOrd="0" parTransId="{91DC4F0A-66DF-4AFC-9437-BFBC233ECD09}" sibTransId="{274A32EF-BEC7-4D0D-8B3E-E2F9FE5786A0}"/>
    <dgm:cxn modelId="{F57213E0-422D-41CC-BF33-2DB13775B5B6}" srcId="{A43C25D4-6BA8-45D7-A2FB-59026FEFADE4}" destId="{B06760FB-9D51-40D1-97BA-6870B8B691BC}" srcOrd="1" destOrd="0" parTransId="{940099DC-9F95-4CAA-B563-19A8F8234F31}" sibTransId="{1DCA6BFB-EEF2-45F0-9CCE-9595FB350ADE}"/>
    <dgm:cxn modelId="{CCBE32E3-A2BE-414D-9A84-CFA696479798}" type="presOf" srcId="{B06760FB-9D51-40D1-97BA-6870B8B691BC}" destId="{7C125CB9-8F31-446A-92FB-B41B67992EF7}" srcOrd="0" destOrd="0" presId="urn:microsoft.com/office/officeart/2005/8/layout/hierarchy6"/>
    <dgm:cxn modelId="{B795DFF8-E987-4D9A-BB3F-DAE25FC8CFA0}" type="presOf" srcId="{5AF7EAB1-EE2A-4C08-A75D-8557106E549B}" destId="{5B512212-2AF2-404C-8B2D-91BF7524D241}" srcOrd="0" destOrd="0" presId="urn:microsoft.com/office/officeart/2005/8/layout/hierarchy6"/>
    <dgm:cxn modelId="{9B90B605-F4DD-4A42-8FD6-F2F4221E8678}" type="presParOf" srcId="{AF89C448-9AF9-48C7-930A-75DB186A629E}" destId="{C4BFA8FB-3E77-40C4-AC9C-E1705BED1FC2}" srcOrd="0" destOrd="0" presId="urn:microsoft.com/office/officeart/2005/8/layout/hierarchy6"/>
    <dgm:cxn modelId="{17A0EE21-E2D3-4B25-B21C-036BFB0DECA4}" type="presParOf" srcId="{C4BFA8FB-3E77-40C4-AC9C-E1705BED1FC2}" destId="{E5391BC1-6A8D-4C29-B6D6-161A148AEBB8}" srcOrd="0" destOrd="0" presId="urn:microsoft.com/office/officeart/2005/8/layout/hierarchy6"/>
    <dgm:cxn modelId="{98A695E7-D625-4F36-A5D8-D44988EBA440}" type="presParOf" srcId="{C4BFA8FB-3E77-40C4-AC9C-E1705BED1FC2}" destId="{F5B8835F-F382-4F1C-80B6-372314EAF269}" srcOrd="1" destOrd="0" presId="urn:microsoft.com/office/officeart/2005/8/layout/hierarchy6"/>
    <dgm:cxn modelId="{61AEED85-B600-446A-AEB9-D419C827D942}" type="presParOf" srcId="{F5B8835F-F382-4F1C-80B6-372314EAF269}" destId="{E9A13FDB-275F-4102-9405-EF2FE1DC53CC}" srcOrd="0" destOrd="0" presId="urn:microsoft.com/office/officeart/2005/8/layout/hierarchy6"/>
    <dgm:cxn modelId="{8CA0B6CD-B34D-4460-921A-1C83D9D969F8}" type="presParOf" srcId="{E9A13FDB-275F-4102-9405-EF2FE1DC53CC}" destId="{F16F4788-874D-4F18-ACF9-84566A7050C4}" srcOrd="0" destOrd="0" presId="urn:microsoft.com/office/officeart/2005/8/layout/hierarchy6"/>
    <dgm:cxn modelId="{93943B90-F35B-4A92-88E8-D3C96673DBD4}" type="presParOf" srcId="{E9A13FDB-275F-4102-9405-EF2FE1DC53CC}" destId="{C65BB448-D02E-4B26-B433-4BC3B44A45E5}" srcOrd="1" destOrd="0" presId="urn:microsoft.com/office/officeart/2005/8/layout/hierarchy6"/>
    <dgm:cxn modelId="{3757E0F6-1732-42F2-B101-9DB556CBDB06}" type="presParOf" srcId="{C65BB448-D02E-4B26-B433-4BC3B44A45E5}" destId="{80019ADE-CBD5-40C6-8444-8AB671B9AA21}" srcOrd="0" destOrd="0" presId="urn:microsoft.com/office/officeart/2005/8/layout/hierarchy6"/>
    <dgm:cxn modelId="{C7DBB60A-7732-4D2E-8022-AA94F946911C}" type="presParOf" srcId="{C65BB448-D02E-4B26-B433-4BC3B44A45E5}" destId="{B809BBD5-8FF1-429A-8A63-78F2B1BE58FD}" srcOrd="1" destOrd="0" presId="urn:microsoft.com/office/officeart/2005/8/layout/hierarchy6"/>
    <dgm:cxn modelId="{6962500B-273F-409D-9FD7-802DFADB7B32}" type="presParOf" srcId="{B809BBD5-8FF1-429A-8A63-78F2B1BE58FD}" destId="{6403B750-BB24-4755-A2A2-D7661790501B}" srcOrd="0" destOrd="0" presId="urn:microsoft.com/office/officeart/2005/8/layout/hierarchy6"/>
    <dgm:cxn modelId="{1B5E499F-8444-4097-873C-BC9644994484}" type="presParOf" srcId="{B809BBD5-8FF1-429A-8A63-78F2B1BE58FD}" destId="{F086DDE1-F3D2-48AE-875C-F1CC592C8CFD}" srcOrd="1" destOrd="0" presId="urn:microsoft.com/office/officeart/2005/8/layout/hierarchy6"/>
    <dgm:cxn modelId="{74C4EDC1-A424-429E-BF37-3AF6A5D0E158}" type="presParOf" srcId="{F086DDE1-F3D2-48AE-875C-F1CC592C8CFD}" destId="{BA425450-72FE-44B5-AC91-B4854937D93C}" srcOrd="0" destOrd="0" presId="urn:microsoft.com/office/officeart/2005/8/layout/hierarchy6"/>
    <dgm:cxn modelId="{B9FE8238-B8E6-4FE7-B4B9-C5ED914AF8D1}" type="presParOf" srcId="{F086DDE1-F3D2-48AE-875C-F1CC592C8CFD}" destId="{D1137770-A86C-43E0-963A-4A1E811226C1}" srcOrd="1" destOrd="0" presId="urn:microsoft.com/office/officeart/2005/8/layout/hierarchy6"/>
    <dgm:cxn modelId="{0F3C51CA-B6F6-4059-AF0F-DFC3AD55BDB8}" type="presParOf" srcId="{D1137770-A86C-43E0-963A-4A1E811226C1}" destId="{252088B0-4771-40D4-AEE5-15F6C84AC1A1}" srcOrd="0" destOrd="0" presId="urn:microsoft.com/office/officeart/2005/8/layout/hierarchy6"/>
    <dgm:cxn modelId="{3DBDBDA4-FC29-4F76-9767-4E2E3F3A72CD}" type="presParOf" srcId="{D1137770-A86C-43E0-963A-4A1E811226C1}" destId="{F15A4D30-ADBA-46BA-9C89-DD0DF7030A7C}" srcOrd="1" destOrd="0" presId="urn:microsoft.com/office/officeart/2005/8/layout/hierarchy6"/>
    <dgm:cxn modelId="{D1BC6A68-653A-47A0-B6D8-17FAEF045591}" type="presParOf" srcId="{F086DDE1-F3D2-48AE-875C-F1CC592C8CFD}" destId="{1A3B8C22-202B-4F5C-8D9C-768F870A1A8A}" srcOrd="2" destOrd="0" presId="urn:microsoft.com/office/officeart/2005/8/layout/hierarchy6"/>
    <dgm:cxn modelId="{8142911E-D727-4A0E-9024-5C5CAC997517}" type="presParOf" srcId="{F086DDE1-F3D2-48AE-875C-F1CC592C8CFD}" destId="{77EAE89E-CE63-4C9F-8B88-E55F322C63D7}" srcOrd="3" destOrd="0" presId="urn:microsoft.com/office/officeart/2005/8/layout/hierarchy6"/>
    <dgm:cxn modelId="{2697270E-E8BB-4BCD-B62E-B5B328214B62}" type="presParOf" srcId="{77EAE89E-CE63-4C9F-8B88-E55F322C63D7}" destId="{F6EC4100-4FC2-4CB9-845F-571D44F3F359}" srcOrd="0" destOrd="0" presId="urn:microsoft.com/office/officeart/2005/8/layout/hierarchy6"/>
    <dgm:cxn modelId="{269B4F58-B0C9-4F21-A45B-F4E13FCFE3C0}" type="presParOf" srcId="{77EAE89E-CE63-4C9F-8B88-E55F322C63D7}" destId="{EFC51D63-4909-469B-9259-B5A05F602BF2}" srcOrd="1" destOrd="0" presId="urn:microsoft.com/office/officeart/2005/8/layout/hierarchy6"/>
    <dgm:cxn modelId="{273C6B80-B55F-4682-96CC-74883B72882E}" type="presParOf" srcId="{C65BB448-D02E-4B26-B433-4BC3B44A45E5}" destId="{5B512212-2AF2-404C-8B2D-91BF7524D241}" srcOrd="2" destOrd="0" presId="urn:microsoft.com/office/officeart/2005/8/layout/hierarchy6"/>
    <dgm:cxn modelId="{D96F2D63-34C9-455A-9962-471CC8EA6A78}" type="presParOf" srcId="{C65BB448-D02E-4B26-B433-4BC3B44A45E5}" destId="{1170E8A6-9590-46AA-9F2E-FA61959F08DB}" srcOrd="3" destOrd="0" presId="urn:microsoft.com/office/officeart/2005/8/layout/hierarchy6"/>
    <dgm:cxn modelId="{48666F1D-9FF9-4C1C-8375-0928E99D883C}" type="presParOf" srcId="{1170E8A6-9590-46AA-9F2E-FA61959F08DB}" destId="{0541B178-0A74-482A-8D42-F88EF98B2EDC}" srcOrd="0" destOrd="0" presId="urn:microsoft.com/office/officeart/2005/8/layout/hierarchy6"/>
    <dgm:cxn modelId="{E55824AC-C102-47BC-97F9-97D6F54B79A3}" type="presParOf" srcId="{1170E8A6-9590-46AA-9F2E-FA61959F08DB}" destId="{6FBC3FF2-5F93-4351-847C-9F5122650F18}" srcOrd="1" destOrd="0" presId="urn:microsoft.com/office/officeart/2005/8/layout/hierarchy6"/>
    <dgm:cxn modelId="{F568C971-A5CF-469B-B023-039416207110}" type="presParOf" srcId="{6FBC3FF2-5F93-4351-847C-9F5122650F18}" destId="{A281F969-74CC-4890-A6A5-4C9E3E2BDC98}" srcOrd="0" destOrd="0" presId="urn:microsoft.com/office/officeart/2005/8/layout/hierarchy6"/>
    <dgm:cxn modelId="{BA33EB47-3E8D-4B77-ACC7-C36A0786F7E4}" type="presParOf" srcId="{6FBC3FF2-5F93-4351-847C-9F5122650F18}" destId="{90C8E8D5-B54A-4B32-84A8-C6E56754AFC1}" srcOrd="1" destOrd="0" presId="urn:microsoft.com/office/officeart/2005/8/layout/hierarchy6"/>
    <dgm:cxn modelId="{C18B373B-47E2-4EDC-BB3F-EAC1F4C27E1A}" type="presParOf" srcId="{90C8E8D5-B54A-4B32-84A8-C6E56754AFC1}" destId="{93913922-78C6-4AFC-A283-5D9496FA0776}" srcOrd="0" destOrd="0" presId="urn:microsoft.com/office/officeart/2005/8/layout/hierarchy6"/>
    <dgm:cxn modelId="{44BA1E0E-DF53-4995-825C-D2D837D076DB}" type="presParOf" srcId="{90C8E8D5-B54A-4B32-84A8-C6E56754AFC1}" destId="{8F4148AD-F5DD-4F51-9274-594B5937D192}" srcOrd="1" destOrd="0" presId="urn:microsoft.com/office/officeart/2005/8/layout/hierarchy6"/>
    <dgm:cxn modelId="{F1615E01-1157-4B28-A20A-81197DB68C17}" type="presParOf" srcId="{AF89C448-9AF9-48C7-930A-75DB186A629E}" destId="{D8608CF2-E03B-4E3D-BEC6-DAB67084AE03}" srcOrd="1" destOrd="0" presId="urn:microsoft.com/office/officeart/2005/8/layout/hierarchy6"/>
    <dgm:cxn modelId="{8C833FC3-5E38-452E-8A14-BA0FEF8042AA}" type="presParOf" srcId="{D8608CF2-E03B-4E3D-BEC6-DAB67084AE03}" destId="{AE8D25B2-FEAD-47B9-865F-A18ED2C42613}" srcOrd="0" destOrd="0" presId="urn:microsoft.com/office/officeart/2005/8/layout/hierarchy6"/>
    <dgm:cxn modelId="{3179F1A8-ADE5-4DB7-90EE-4770A46392E4}" type="presParOf" srcId="{AE8D25B2-FEAD-47B9-865F-A18ED2C42613}" destId="{7C125CB9-8F31-446A-92FB-B41B67992EF7}" srcOrd="0" destOrd="0" presId="urn:microsoft.com/office/officeart/2005/8/layout/hierarchy6"/>
    <dgm:cxn modelId="{8686ABEC-FBF0-4429-8893-12D78827628F}" type="presParOf" srcId="{AE8D25B2-FEAD-47B9-865F-A18ED2C42613}" destId="{EE52895B-B477-43DA-A773-9628E7B0C8DD}" srcOrd="1" destOrd="0" presId="urn:microsoft.com/office/officeart/2005/8/layout/hierarchy6"/>
    <dgm:cxn modelId="{05B4103B-48C3-4233-981F-83F176D0056A}" type="presParOf" srcId="{D8608CF2-E03B-4E3D-BEC6-DAB67084AE03}" destId="{65B2C4BC-5C0A-4ED0-B902-C6A45DC710B4}" srcOrd="1" destOrd="0" presId="urn:microsoft.com/office/officeart/2005/8/layout/hierarchy6"/>
    <dgm:cxn modelId="{29BE565E-1FC1-4732-94BF-680DEC1F70AD}" type="presParOf" srcId="{65B2C4BC-5C0A-4ED0-B902-C6A45DC710B4}" destId="{2EE35EB9-DD43-48D2-A380-77B34A13A235}" srcOrd="0" destOrd="0" presId="urn:microsoft.com/office/officeart/2005/8/layout/hierarchy6"/>
    <dgm:cxn modelId="{8C81847C-CA97-4460-BDA9-6A0E8F1CF178}" type="presParOf" srcId="{D8608CF2-E03B-4E3D-BEC6-DAB67084AE03}" destId="{537110E5-A664-4C56-8FE5-79EF40CEA1F7}" srcOrd="2" destOrd="0" presId="urn:microsoft.com/office/officeart/2005/8/layout/hierarchy6"/>
    <dgm:cxn modelId="{589F4C0F-F285-4A4C-9FAB-AFAA9C8136CF}" type="presParOf" srcId="{537110E5-A664-4C56-8FE5-79EF40CEA1F7}" destId="{544DC6EE-5C09-4C16-8072-457452D30653}" srcOrd="0" destOrd="0" presId="urn:microsoft.com/office/officeart/2005/8/layout/hierarchy6"/>
    <dgm:cxn modelId="{C14B5B92-8BAD-446F-BF95-90E2170437AF}" type="presParOf" srcId="{537110E5-A664-4C56-8FE5-79EF40CEA1F7}" destId="{B1407D7B-E0F7-43BE-BA71-F47047202CAD}" srcOrd="1" destOrd="0" presId="urn:microsoft.com/office/officeart/2005/8/layout/hierarchy6"/>
    <dgm:cxn modelId="{05B298A5-B2B5-4EC4-95E9-73331A1681E5}" type="presParOf" srcId="{D8608CF2-E03B-4E3D-BEC6-DAB67084AE03}" destId="{6E744CBF-E196-4876-8266-E1FE9EE538B4}" srcOrd="3" destOrd="0" presId="urn:microsoft.com/office/officeart/2005/8/layout/hierarchy6"/>
    <dgm:cxn modelId="{899D1A8D-1579-47C5-B031-2B3F619E810A}" type="presParOf" srcId="{6E744CBF-E196-4876-8266-E1FE9EE538B4}" destId="{5E7B547B-F151-4435-A65A-C00B1BAABA6F}" srcOrd="0" destOrd="0" presId="urn:microsoft.com/office/officeart/2005/8/layout/hierarchy6"/>
    <dgm:cxn modelId="{41F4580B-C816-43DB-905B-EF4C7E19914E}" type="presParOf" srcId="{D8608CF2-E03B-4E3D-BEC6-DAB67084AE03}" destId="{C4FAA43C-3B93-47FA-975F-959F55DE0D62}" srcOrd="4" destOrd="0" presId="urn:microsoft.com/office/officeart/2005/8/layout/hierarchy6"/>
    <dgm:cxn modelId="{02941F5F-9937-4A37-8F65-33ED58AFE240}" type="presParOf" srcId="{C4FAA43C-3B93-47FA-975F-959F55DE0D62}" destId="{DE1CE48D-9FF2-4041-BBFD-EC02B2A39A20}" srcOrd="0" destOrd="0" presId="urn:microsoft.com/office/officeart/2005/8/layout/hierarchy6"/>
    <dgm:cxn modelId="{98EE6775-7931-4449-8DA2-72DC5A7C2A0C}" type="presParOf" srcId="{C4FAA43C-3B93-47FA-975F-959F55DE0D62}" destId="{DDE62BF8-C59A-4CF9-8F4D-6D71B5DE5614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CE48D-9FF2-4041-BBFD-EC02B2A39A20}">
      <dsp:nvSpPr>
        <dsp:cNvPr id="0" name=""/>
        <dsp:cNvSpPr/>
      </dsp:nvSpPr>
      <dsp:spPr>
        <a:xfrm>
          <a:off x="0" y="4101867"/>
          <a:ext cx="10740887" cy="1621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Modules</a:t>
          </a:r>
        </a:p>
      </dsp:txBody>
      <dsp:txXfrm>
        <a:off x="0" y="4101867"/>
        <a:ext cx="3222266" cy="1621622"/>
      </dsp:txXfrm>
    </dsp:sp>
    <dsp:sp modelId="{544DC6EE-5C09-4C16-8072-457452D30653}">
      <dsp:nvSpPr>
        <dsp:cNvPr id="0" name=""/>
        <dsp:cNvSpPr/>
      </dsp:nvSpPr>
      <dsp:spPr>
        <a:xfrm>
          <a:off x="0" y="2190093"/>
          <a:ext cx="10740887" cy="1621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Subsystems</a:t>
          </a:r>
        </a:p>
      </dsp:txBody>
      <dsp:txXfrm>
        <a:off x="0" y="2190093"/>
        <a:ext cx="3222266" cy="1621622"/>
      </dsp:txXfrm>
    </dsp:sp>
    <dsp:sp modelId="{7C125CB9-8F31-446A-92FB-B41B67992EF7}">
      <dsp:nvSpPr>
        <dsp:cNvPr id="0" name=""/>
        <dsp:cNvSpPr/>
      </dsp:nvSpPr>
      <dsp:spPr>
        <a:xfrm>
          <a:off x="0" y="298200"/>
          <a:ext cx="10740887" cy="1621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System</a:t>
          </a:r>
        </a:p>
      </dsp:txBody>
      <dsp:txXfrm>
        <a:off x="0" y="298200"/>
        <a:ext cx="3222266" cy="1621622"/>
      </dsp:txXfrm>
    </dsp:sp>
    <dsp:sp modelId="{F16F4788-874D-4F18-ACF9-84566A7050C4}">
      <dsp:nvSpPr>
        <dsp:cNvPr id="0" name=""/>
        <dsp:cNvSpPr/>
      </dsp:nvSpPr>
      <dsp:spPr>
        <a:xfrm>
          <a:off x="6519437" y="433336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Game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static void main()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control.getInput</a:t>
          </a:r>
          <a:r>
            <a:rPr lang="en-US" sz="1000" kern="1200" dirty="0"/>
            <a:t>();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display.show</a:t>
          </a:r>
          <a:r>
            <a:rPr lang="en-US" sz="1000" kern="1200" dirty="0"/>
            <a:t>();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6559017" y="472916"/>
        <a:ext cx="1947867" cy="1272191"/>
      </dsp:txXfrm>
    </dsp:sp>
    <dsp:sp modelId="{80019ADE-CBD5-40C6-8444-8AB671B9AA21}">
      <dsp:nvSpPr>
        <dsp:cNvPr id="0" name=""/>
        <dsp:cNvSpPr/>
      </dsp:nvSpPr>
      <dsp:spPr>
        <a:xfrm>
          <a:off x="5556599" y="1784687"/>
          <a:ext cx="1976352" cy="540540"/>
        </a:xfrm>
        <a:custGeom>
          <a:avLst/>
          <a:gdLst/>
          <a:ahLst/>
          <a:cxnLst/>
          <a:rect l="0" t="0" r="0" b="0"/>
          <a:pathLst>
            <a:path>
              <a:moveTo>
                <a:pt x="1976352" y="0"/>
              </a:moveTo>
              <a:lnTo>
                <a:pt x="1976352" y="270270"/>
              </a:lnTo>
              <a:lnTo>
                <a:pt x="0" y="270270"/>
              </a:lnTo>
              <a:lnTo>
                <a:pt x="0" y="54054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3B750-BB24-4755-A2A2-D7661790501B}">
      <dsp:nvSpPr>
        <dsp:cNvPr id="0" name=""/>
        <dsp:cNvSpPr/>
      </dsp:nvSpPr>
      <dsp:spPr>
        <a:xfrm>
          <a:off x="4543085" y="2325228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Control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String </a:t>
          </a:r>
          <a:r>
            <a:rPr lang="en-US" sz="1000" kern="1200" dirty="0" err="1"/>
            <a:t>getInput</a:t>
          </a:r>
          <a:r>
            <a:rPr lang="en-US" sz="1000" kern="1200" dirty="0"/>
            <a:t>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mouse.getInput</a:t>
          </a:r>
          <a:r>
            <a:rPr lang="en-US" sz="1000" kern="1200" dirty="0"/>
            <a:t>();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keyboard.getInput</a:t>
          </a:r>
          <a:r>
            <a:rPr lang="en-US" sz="1000" kern="1200" dirty="0"/>
            <a:t>();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4582665" y="2364808"/>
        <a:ext cx="1947867" cy="1272191"/>
      </dsp:txXfrm>
    </dsp:sp>
    <dsp:sp modelId="{BA425450-72FE-44B5-AC91-B4854937D93C}">
      <dsp:nvSpPr>
        <dsp:cNvPr id="0" name=""/>
        <dsp:cNvSpPr/>
      </dsp:nvSpPr>
      <dsp:spPr>
        <a:xfrm>
          <a:off x="4239031" y="3676580"/>
          <a:ext cx="1317568" cy="540540"/>
        </a:xfrm>
        <a:custGeom>
          <a:avLst/>
          <a:gdLst/>
          <a:ahLst/>
          <a:cxnLst/>
          <a:rect l="0" t="0" r="0" b="0"/>
          <a:pathLst>
            <a:path>
              <a:moveTo>
                <a:pt x="1317568" y="0"/>
              </a:moveTo>
              <a:lnTo>
                <a:pt x="1317568" y="270270"/>
              </a:lnTo>
              <a:lnTo>
                <a:pt x="0" y="270270"/>
              </a:lnTo>
              <a:lnTo>
                <a:pt x="0" y="54054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088B0-4771-40D4-AEE5-15F6C84AC1A1}">
      <dsp:nvSpPr>
        <dsp:cNvPr id="0" name=""/>
        <dsp:cNvSpPr/>
      </dsp:nvSpPr>
      <dsp:spPr>
        <a:xfrm>
          <a:off x="3225517" y="4217121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Mouse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String </a:t>
          </a:r>
          <a:r>
            <a:rPr lang="en-US" sz="1000" kern="1200" dirty="0" err="1"/>
            <a:t>getInput</a:t>
          </a:r>
          <a:r>
            <a:rPr lang="en-US" sz="1000" kern="1200" dirty="0"/>
            <a:t>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…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3265097" y="4256701"/>
        <a:ext cx="1947867" cy="1272191"/>
      </dsp:txXfrm>
    </dsp:sp>
    <dsp:sp modelId="{1A3B8C22-202B-4F5C-8D9C-768F870A1A8A}">
      <dsp:nvSpPr>
        <dsp:cNvPr id="0" name=""/>
        <dsp:cNvSpPr/>
      </dsp:nvSpPr>
      <dsp:spPr>
        <a:xfrm>
          <a:off x="5556599" y="3676580"/>
          <a:ext cx="1317568" cy="540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270"/>
              </a:lnTo>
              <a:lnTo>
                <a:pt x="1317568" y="270270"/>
              </a:lnTo>
              <a:lnTo>
                <a:pt x="1317568" y="54054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EC4100-4FC2-4CB9-845F-571D44F3F359}">
      <dsp:nvSpPr>
        <dsp:cNvPr id="0" name=""/>
        <dsp:cNvSpPr/>
      </dsp:nvSpPr>
      <dsp:spPr>
        <a:xfrm>
          <a:off x="5860653" y="4217121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Keyboard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String </a:t>
          </a:r>
          <a:r>
            <a:rPr lang="en-US" sz="1000" kern="1200" dirty="0" err="1"/>
            <a:t>getInput</a:t>
          </a:r>
          <a:r>
            <a:rPr lang="en-US" sz="1000" kern="1200" dirty="0"/>
            <a:t>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…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5900233" y="4256701"/>
        <a:ext cx="1947867" cy="1272191"/>
      </dsp:txXfrm>
    </dsp:sp>
    <dsp:sp modelId="{5B512212-2AF2-404C-8B2D-91BF7524D241}">
      <dsp:nvSpPr>
        <dsp:cNvPr id="0" name=""/>
        <dsp:cNvSpPr/>
      </dsp:nvSpPr>
      <dsp:spPr>
        <a:xfrm>
          <a:off x="7532951" y="1784687"/>
          <a:ext cx="1976352" cy="540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270"/>
              </a:lnTo>
              <a:lnTo>
                <a:pt x="1976352" y="270270"/>
              </a:lnTo>
              <a:lnTo>
                <a:pt x="1976352" y="54054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41B178-0A74-482A-8D42-F88EF98B2EDC}">
      <dsp:nvSpPr>
        <dsp:cNvPr id="0" name=""/>
        <dsp:cNvSpPr/>
      </dsp:nvSpPr>
      <dsp:spPr>
        <a:xfrm>
          <a:off x="8495789" y="2325228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Display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void show()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scenery.show</a:t>
          </a:r>
          <a:r>
            <a:rPr lang="en-US" sz="1000" kern="1200" dirty="0"/>
            <a:t>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8535369" y="2364808"/>
        <a:ext cx="1947867" cy="1272191"/>
      </dsp:txXfrm>
    </dsp:sp>
    <dsp:sp modelId="{A281F969-74CC-4890-A6A5-4C9E3E2BDC98}">
      <dsp:nvSpPr>
        <dsp:cNvPr id="0" name=""/>
        <dsp:cNvSpPr/>
      </dsp:nvSpPr>
      <dsp:spPr>
        <a:xfrm>
          <a:off x="9463583" y="3676580"/>
          <a:ext cx="91440" cy="5405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054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913922-78C6-4AFC-A283-5D9496FA0776}">
      <dsp:nvSpPr>
        <dsp:cNvPr id="0" name=""/>
        <dsp:cNvSpPr/>
      </dsp:nvSpPr>
      <dsp:spPr>
        <a:xfrm>
          <a:off x="8495789" y="4217121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Scenery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void show()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…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8535369" y="4256701"/>
        <a:ext cx="1947867" cy="12721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CE48D-9FF2-4041-BBFD-EC02B2A39A20}">
      <dsp:nvSpPr>
        <dsp:cNvPr id="0" name=""/>
        <dsp:cNvSpPr/>
      </dsp:nvSpPr>
      <dsp:spPr>
        <a:xfrm>
          <a:off x="0" y="4101867"/>
          <a:ext cx="10740887" cy="1621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Modules</a:t>
          </a:r>
        </a:p>
      </dsp:txBody>
      <dsp:txXfrm>
        <a:off x="0" y="4101867"/>
        <a:ext cx="3222266" cy="1621622"/>
      </dsp:txXfrm>
    </dsp:sp>
    <dsp:sp modelId="{544DC6EE-5C09-4C16-8072-457452D30653}">
      <dsp:nvSpPr>
        <dsp:cNvPr id="0" name=""/>
        <dsp:cNvSpPr/>
      </dsp:nvSpPr>
      <dsp:spPr>
        <a:xfrm>
          <a:off x="0" y="2190093"/>
          <a:ext cx="10740887" cy="1621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Subsystems</a:t>
          </a:r>
        </a:p>
      </dsp:txBody>
      <dsp:txXfrm>
        <a:off x="0" y="2190093"/>
        <a:ext cx="3222266" cy="1621622"/>
      </dsp:txXfrm>
    </dsp:sp>
    <dsp:sp modelId="{7C125CB9-8F31-446A-92FB-B41B67992EF7}">
      <dsp:nvSpPr>
        <dsp:cNvPr id="0" name=""/>
        <dsp:cNvSpPr/>
      </dsp:nvSpPr>
      <dsp:spPr>
        <a:xfrm>
          <a:off x="0" y="298200"/>
          <a:ext cx="10740887" cy="1621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305816" tIns="305816" rIns="305816" bIns="305816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System</a:t>
          </a:r>
        </a:p>
      </dsp:txBody>
      <dsp:txXfrm>
        <a:off x="0" y="298200"/>
        <a:ext cx="3222266" cy="1621622"/>
      </dsp:txXfrm>
    </dsp:sp>
    <dsp:sp modelId="{F16F4788-874D-4F18-ACF9-84566A7050C4}">
      <dsp:nvSpPr>
        <dsp:cNvPr id="0" name=""/>
        <dsp:cNvSpPr/>
      </dsp:nvSpPr>
      <dsp:spPr>
        <a:xfrm>
          <a:off x="6519437" y="433336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Game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static void main()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control.getInput</a:t>
          </a:r>
          <a:r>
            <a:rPr lang="en-US" sz="1000" kern="1200" dirty="0"/>
            <a:t>();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display.show</a:t>
          </a:r>
          <a:r>
            <a:rPr lang="en-US" sz="1000" kern="1200" dirty="0"/>
            <a:t>();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6559017" y="472916"/>
        <a:ext cx="1947867" cy="1272191"/>
      </dsp:txXfrm>
    </dsp:sp>
    <dsp:sp modelId="{80019ADE-CBD5-40C6-8444-8AB671B9AA21}">
      <dsp:nvSpPr>
        <dsp:cNvPr id="0" name=""/>
        <dsp:cNvSpPr/>
      </dsp:nvSpPr>
      <dsp:spPr>
        <a:xfrm>
          <a:off x="5556599" y="1784687"/>
          <a:ext cx="1976352" cy="540540"/>
        </a:xfrm>
        <a:custGeom>
          <a:avLst/>
          <a:gdLst/>
          <a:ahLst/>
          <a:cxnLst/>
          <a:rect l="0" t="0" r="0" b="0"/>
          <a:pathLst>
            <a:path>
              <a:moveTo>
                <a:pt x="1976352" y="0"/>
              </a:moveTo>
              <a:lnTo>
                <a:pt x="1976352" y="270270"/>
              </a:lnTo>
              <a:lnTo>
                <a:pt x="0" y="270270"/>
              </a:lnTo>
              <a:lnTo>
                <a:pt x="0" y="54054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3B750-BB24-4755-A2A2-D7661790501B}">
      <dsp:nvSpPr>
        <dsp:cNvPr id="0" name=""/>
        <dsp:cNvSpPr/>
      </dsp:nvSpPr>
      <dsp:spPr>
        <a:xfrm>
          <a:off x="4543085" y="2325228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Control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String </a:t>
          </a:r>
          <a:r>
            <a:rPr lang="en-US" sz="1000" kern="1200" dirty="0" err="1"/>
            <a:t>getInput</a:t>
          </a:r>
          <a:r>
            <a:rPr lang="en-US" sz="1000" kern="1200" dirty="0"/>
            <a:t>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mouse.getInput</a:t>
          </a:r>
          <a:r>
            <a:rPr lang="en-US" sz="1000" kern="1200" dirty="0"/>
            <a:t>();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keyboard.getInput</a:t>
          </a:r>
          <a:r>
            <a:rPr lang="en-US" sz="1000" kern="1200" dirty="0"/>
            <a:t>();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4582665" y="2364808"/>
        <a:ext cx="1947867" cy="1272191"/>
      </dsp:txXfrm>
    </dsp:sp>
    <dsp:sp modelId="{BA425450-72FE-44B5-AC91-B4854937D93C}">
      <dsp:nvSpPr>
        <dsp:cNvPr id="0" name=""/>
        <dsp:cNvSpPr/>
      </dsp:nvSpPr>
      <dsp:spPr>
        <a:xfrm>
          <a:off x="4239031" y="3676580"/>
          <a:ext cx="1317568" cy="540540"/>
        </a:xfrm>
        <a:custGeom>
          <a:avLst/>
          <a:gdLst/>
          <a:ahLst/>
          <a:cxnLst/>
          <a:rect l="0" t="0" r="0" b="0"/>
          <a:pathLst>
            <a:path>
              <a:moveTo>
                <a:pt x="1317568" y="0"/>
              </a:moveTo>
              <a:lnTo>
                <a:pt x="1317568" y="270270"/>
              </a:lnTo>
              <a:lnTo>
                <a:pt x="0" y="270270"/>
              </a:lnTo>
              <a:lnTo>
                <a:pt x="0" y="54054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088B0-4771-40D4-AEE5-15F6C84AC1A1}">
      <dsp:nvSpPr>
        <dsp:cNvPr id="0" name=""/>
        <dsp:cNvSpPr/>
      </dsp:nvSpPr>
      <dsp:spPr>
        <a:xfrm>
          <a:off x="3225517" y="4217121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Mouse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String </a:t>
          </a:r>
          <a:r>
            <a:rPr lang="en-US" sz="1000" kern="1200" dirty="0" err="1"/>
            <a:t>getInput</a:t>
          </a:r>
          <a:r>
            <a:rPr lang="en-US" sz="1000" kern="1200" dirty="0"/>
            <a:t>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…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3265097" y="4256701"/>
        <a:ext cx="1947867" cy="1272191"/>
      </dsp:txXfrm>
    </dsp:sp>
    <dsp:sp modelId="{1A3B8C22-202B-4F5C-8D9C-768F870A1A8A}">
      <dsp:nvSpPr>
        <dsp:cNvPr id="0" name=""/>
        <dsp:cNvSpPr/>
      </dsp:nvSpPr>
      <dsp:spPr>
        <a:xfrm>
          <a:off x="5556599" y="3676580"/>
          <a:ext cx="1317568" cy="540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270"/>
              </a:lnTo>
              <a:lnTo>
                <a:pt x="1317568" y="270270"/>
              </a:lnTo>
              <a:lnTo>
                <a:pt x="1317568" y="54054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EC4100-4FC2-4CB9-845F-571D44F3F359}">
      <dsp:nvSpPr>
        <dsp:cNvPr id="0" name=""/>
        <dsp:cNvSpPr/>
      </dsp:nvSpPr>
      <dsp:spPr>
        <a:xfrm>
          <a:off x="5860653" y="4217121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Keyboard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String </a:t>
          </a:r>
          <a:r>
            <a:rPr lang="en-US" sz="1000" kern="1200" dirty="0" err="1"/>
            <a:t>getInput</a:t>
          </a:r>
          <a:r>
            <a:rPr lang="en-US" sz="1000" kern="1200" dirty="0"/>
            <a:t>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…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5900233" y="4256701"/>
        <a:ext cx="1947867" cy="1272191"/>
      </dsp:txXfrm>
    </dsp:sp>
    <dsp:sp modelId="{5B512212-2AF2-404C-8B2D-91BF7524D241}">
      <dsp:nvSpPr>
        <dsp:cNvPr id="0" name=""/>
        <dsp:cNvSpPr/>
      </dsp:nvSpPr>
      <dsp:spPr>
        <a:xfrm>
          <a:off x="7532951" y="1784687"/>
          <a:ext cx="1976352" cy="540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270"/>
              </a:lnTo>
              <a:lnTo>
                <a:pt x="1976352" y="270270"/>
              </a:lnTo>
              <a:lnTo>
                <a:pt x="1976352" y="54054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41B178-0A74-482A-8D42-F88EF98B2EDC}">
      <dsp:nvSpPr>
        <dsp:cNvPr id="0" name=""/>
        <dsp:cNvSpPr/>
      </dsp:nvSpPr>
      <dsp:spPr>
        <a:xfrm>
          <a:off x="8495789" y="2325228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Display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void show()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</a:t>
          </a:r>
          <a:r>
            <a:rPr lang="en-US" sz="1000" kern="1200" dirty="0" err="1"/>
            <a:t>scenery.show</a:t>
          </a:r>
          <a:r>
            <a:rPr lang="en-US" sz="1000" kern="1200" dirty="0"/>
            <a:t>;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8535369" y="2364808"/>
        <a:ext cx="1947867" cy="1272191"/>
      </dsp:txXfrm>
    </dsp:sp>
    <dsp:sp modelId="{A281F969-74CC-4890-A6A5-4C9E3E2BDC98}">
      <dsp:nvSpPr>
        <dsp:cNvPr id="0" name=""/>
        <dsp:cNvSpPr/>
      </dsp:nvSpPr>
      <dsp:spPr>
        <a:xfrm>
          <a:off x="9463583" y="3676580"/>
          <a:ext cx="91440" cy="5405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054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913922-78C6-4AFC-A283-5D9496FA0776}">
      <dsp:nvSpPr>
        <dsp:cNvPr id="0" name=""/>
        <dsp:cNvSpPr/>
      </dsp:nvSpPr>
      <dsp:spPr>
        <a:xfrm>
          <a:off x="8495789" y="4217121"/>
          <a:ext cx="2027027" cy="13513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class Scenery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public void show() {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  …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 }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}</a:t>
          </a:r>
        </a:p>
      </dsp:txBody>
      <dsp:txXfrm>
        <a:off x="8535369" y="4256701"/>
        <a:ext cx="1947867" cy="1272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38C98-7675-7843-A5CC-0D5A5E7BBD30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61F0F-875D-3C4D-A257-4198FE309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619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BD594-BB4D-0D4A-882B-E3F7C1A4C489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EC456-2A98-F445-BFA6-5E7213EEB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939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29405-BF79-3B4B-AADD-CDBDB086D363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54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8D19B-B20E-C54E-BE58-769EF1C47573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45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509-5AA0-484B-BAD1-186F9C5566DF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74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BE8-4FA1-5C48-839A-E29F71A46F4E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19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E701-888E-EE43-B196-1DD1A571274E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8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2A08D-B268-DB40-9B83-EE8BA136E36D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1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A4E4-E710-054B-8190-7559CC66B090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666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AA480-E532-8F4B-9D60-18F4794211B2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25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556F4-20D7-A74B-BD9B-010CFEE5618B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1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CE18-E7D0-2C4B-B1A2-337A9C6A1987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81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F5506-CAC1-7B4F-BC95-2071373309B7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41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508B-BC74-48CB-ADD6-145FDC192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464FB-6192-4EE6-BA95-93A7998F1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09467-D41C-4679-907A-3929F9FF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AEC8-67C4-DC49-B708-4321CE941FAC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286DC-E9CE-406F-977B-9CB648B1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3A9E0-2381-4837-8009-3885A646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8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5FBF-A028-408B-9662-717BB8C9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FA46E-53CA-47EF-8AC3-E25DB2534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7CA43-DC0A-4289-A2BB-B416B9FC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1B40-FA8A-2845-8099-CB3D0403B89D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CB43C-67B8-477F-A32D-2792A540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1B43B-2A4B-411A-9BF5-AE5508F2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54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17B7-D2FC-4535-AEE4-D643CA01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0804F-DEBF-437C-9C5A-F8824CB96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C0B37-1F3C-4D19-A658-307517629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8F3CB-CFC9-1E47-90AE-76092504E101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DFA2E-269E-461D-B58B-3C23A2217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9F6A6-6C27-41DB-9A01-4CAA577B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75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9E56-CB74-41CE-94C9-5B367913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5C42C-49F1-484D-8FB8-B087EEE0F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4F8D9-8190-487B-A393-91D69047A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50B9E-9147-418F-843B-D699CA26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CDFF3-8579-FA43-821F-81DB9AA89B4E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B865D-9185-4A3C-BE5D-3F9FA5AC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C1EED-4990-4B2E-A0A0-3C0B9A81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823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4BEF-B66C-4A8B-A5BB-42A7ED108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93D23-3B55-4CE9-BF87-8B8EE246F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A58AF-5E6F-47BF-B496-813794111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8CBA8-3AE4-4E77-8039-A597D4862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037465-CEAE-4E6C-AFD2-1FC783648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5031D-9817-498F-AD3B-9B32AC4C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B142-3EFE-1149-828B-177E360AA443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239A4-4295-4A47-B784-48F0E719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DACA8-BBBB-42B3-AEC6-E6A0003B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68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08B51-6C64-473E-BC1C-68B2F8A0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F4EC5-B41D-487B-86D4-79A628E3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8482-2A4C-B040-93DA-6C9197313197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A74DA-8140-4B9C-BC74-3E8DA433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6A73C-2236-4ACE-97AC-D294563E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47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E2DD9-4D57-4D33-9BDD-F82FC5E0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36E31-322B-8141-B54B-DE8D6E0C456E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210EE-835F-4779-B7CE-4996D56D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BA7ED-8017-4A05-AD93-E5B92103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080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9AF0-4F54-4857-A388-1B53C394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F3155-E302-48E2-B546-24B44AA84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BE63B-89DB-4A93-A5E3-31DBEE06C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8D483-3D41-48BA-9F53-0D3EE989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13CB8-4F4A-E942-9E9B-60E93AD282C9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9105E-127E-4963-B3F5-B80A4E5B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0B5C4-3E88-4704-B521-B3014D7E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740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AAC0-8E2C-43A7-BC3C-1587CACBC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29ABB-6807-4DF7-8F61-BBF338375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23691-B004-41AE-9821-5C6279795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F601C-0E65-4C9D-9937-3AE3CCB91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F20F-990C-324B-9AA4-54BA7660962E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45339-745F-4263-9047-181DC9BB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6BC67-5D6D-4C87-B927-4C59BC25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368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5A269-4C38-4157-BB3B-A3AC3ED0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85EB6-5700-4531-BE2B-E84A4BC6D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C6C78-BC87-4F30-B440-0E1F2E6D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B2D95-D523-7C46-8CF1-A1B4B2A67B8A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1262-FF2E-471C-AABE-12C90A08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49703-C328-44CE-8F4D-7D2C523B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855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509E4-D2DF-4275-A821-5AD4AF7D1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2E11A-8518-4ED2-900D-913D6F89A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8E4F9-4842-447C-8582-A628AEF7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131F-893F-E64A-B6A5-7B1D6116AB3C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4458A-C7FE-45AB-B9A1-1F35C44F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4C3AF-4CD3-462C-9C41-5E2D9F64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0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0245A-BC58-504F-91D6-1F5B7DF85E15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76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E5B3-DD86-4B65-B145-91739115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6696B-2825-4172-B3AE-91ACB667B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23DC7-B20A-4FD6-9A9C-CA58B2DAC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04CE3-522C-D141-A2B4-A5776B8DB908}" type="datetime1">
              <a:rPr lang="en-US" smtClean="0"/>
              <a:t>9/16/26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D95C-960F-4765-8DE1-AED32E035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E02CA-84C3-4FA6-8ED8-EBECF5AD2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articles/mocksArentStubs.html" TargetMode="External"/><Relationship Id="rId2" Type="http://schemas.openxmlformats.org/officeDocument/2006/relationships/hyperlink" Target="https://javadoc.io/static/org.mockito/mockito-core/3.2.4/org/mockito/Mockito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CS1632: </a:t>
            </a:r>
            <a:br>
              <a:rPr lang="en-US" dirty="0"/>
            </a:br>
            <a:r>
              <a:rPr lang="en-US" dirty="0"/>
              <a:t>Unit Testing,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Wonsun Ahn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8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C8EC9-2BF3-8CD8-0B60-21B3DBCB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BBA9-D5E6-566C-8AE9-8299BA98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Mocks Allow True Unit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462F3-EAB5-4A8B-2EE6-EC450B518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removing object dependencies from unit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55806-D50F-E24B-A868-69AE12D1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6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 Testing </a:t>
            </a:r>
            <a:r>
              <a:rPr lang="en-US" dirty="0" err="1"/>
              <a:t>Control.getInput</a:t>
            </a:r>
            <a:r>
              <a:rPr lang="en-US" dirty="0"/>
              <a:t>() with Dependencies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E444F6E-A318-FE98-EA25-24C6ADFDB275}"/>
              </a:ext>
            </a:extLst>
          </p:cNvPr>
          <p:cNvGraphicFramePr/>
          <p:nvPr/>
        </p:nvGraphicFramePr>
        <p:xfrm>
          <a:off x="838200" y="1005360"/>
          <a:ext cx="10740887" cy="60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2AD7DEC1-268B-EBF3-3052-167F0AD098EC}"/>
              </a:ext>
            </a:extLst>
          </p:cNvPr>
          <p:cNvSpPr/>
          <p:nvPr/>
        </p:nvSpPr>
        <p:spPr>
          <a:xfrm>
            <a:off x="4246467" y="3630249"/>
            <a:ext cx="1121716" cy="752030"/>
          </a:xfrm>
          <a:prstGeom prst="rightArrow">
            <a:avLst>
              <a:gd name="adj1" fmla="val 62297"/>
              <a:gd name="adj2" fmla="val 38472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dirty="0"/>
              <a:t>Unit 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62FF20-F0C3-2144-01D9-D86AC79045D8}"/>
              </a:ext>
            </a:extLst>
          </p:cNvPr>
          <p:cNvSpPr/>
          <p:nvPr/>
        </p:nvSpPr>
        <p:spPr>
          <a:xfrm>
            <a:off x="5468594" y="3633082"/>
            <a:ext cx="1328730" cy="74825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8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1B55-34D0-2856-FAB0-02E365A1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6B72-18D6-C43E-BADE-138B442A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First, let’s get rid of irrelevant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E96B3-3308-239E-B602-90C6B7D2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15AADDA-1AD9-48E9-9B81-3C3A50434E9C}"/>
              </a:ext>
            </a:extLst>
          </p:cNvPr>
          <p:cNvGraphicFramePr/>
          <p:nvPr/>
        </p:nvGraphicFramePr>
        <p:xfrm>
          <a:off x="838200" y="1005360"/>
          <a:ext cx="10740887" cy="6001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6EE09F1B-3E0A-A604-852E-6684AD8C55F8}"/>
              </a:ext>
            </a:extLst>
          </p:cNvPr>
          <p:cNvSpPr/>
          <p:nvPr/>
        </p:nvSpPr>
        <p:spPr>
          <a:xfrm>
            <a:off x="4246467" y="3630249"/>
            <a:ext cx="1121716" cy="752030"/>
          </a:xfrm>
          <a:prstGeom prst="rightArrow">
            <a:avLst>
              <a:gd name="adj1" fmla="val 62297"/>
              <a:gd name="adj2" fmla="val 38472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dirty="0"/>
              <a:t>Unit 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7D2CFE-2F25-0961-9871-4559F6A94E3F}"/>
              </a:ext>
            </a:extLst>
          </p:cNvPr>
          <p:cNvSpPr/>
          <p:nvPr/>
        </p:nvSpPr>
        <p:spPr>
          <a:xfrm>
            <a:off x="5468594" y="3633082"/>
            <a:ext cx="1328730" cy="74825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6D15B4-C837-3BBB-2CEA-5AC716FE0F0F}"/>
              </a:ext>
            </a:extLst>
          </p:cNvPr>
          <p:cNvSpPr txBox="1"/>
          <p:nvPr/>
        </p:nvSpPr>
        <p:spPr>
          <a:xfrm>
            <a:off x="6678967" y="0"/>
            <a:ext cx="330021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dirty="0">
                <a:solidFill>
                  <a:srgbClr val="FF0000"/>
                </a:solidFill>
                <a:sym typeface="Wingdings 2" panose="05020102010507070707" pitchFamily="18" charset="2"/>
              </a:rPr>
              <a:t>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85A8E-14EB-83F8-D752-702F7AA1314B}"/>
              </a:ext>
            </a:extLst>
          </p:cNvPr>
          <p:cNvSpPr txBox="1"/>
          <p:nvPr/>
        </p:nvSpPr>
        <p:spPr>
          <a:xfrm>
            <a:off x="8660167" y="1847424"/>
            <a:ext cx="330021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dirty="0">
                <a:solidFill>
                  <a:srgbClr val="FF0000"/>
                </a:solidFill>
                <a:sym typeface="Wingdings 2" panose="05020102010507070707" pitchFamily="18" charset="2"/>
              </a:rPr>
              <a:t>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6E500-8C14-B759-1A0E-B0C5AC0C5448}"/>
              </a:ext>
            </a:extLst>
          </p:cNvPr>
          <p:cNvSpPr txBox="1"/>
          <p:nvPr/>
        </p:nvSpPr>
        <p:spPr>
          <a:xfrm>
            <a:off x="8649394" y="3874800"/>
            <a:ext cx="330021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dirty="0">
                <a:solidFill>
                  <a:srgbClr val="FF0000"/>
                </a:solidFill>
                <a:sym typeface="Wingdings 2" panose="05020102010507070707" pitchFamily="18" charset="2"/>
              </a:rPr>
              <a:t>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80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should we do with dependencies?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9906E04-1414-854B-714E-62CF592AAE6C}"/>
              </a:ext>
            </a:extLst>
          </p:cNvPr>
          <p:cNvSpPr/>
          <p:nvPr/>
        </p:nvSpPr>
        <p:spPr>
          <a:xfrm>
            <a:off x="838200" y="5107227"/>
            <a:ext cx="10740887" cy="1621622"/>
          </a:xfrm>
          <a:custGeom>
            <a:avLst/>
            <a:gdLst>
              <a:gd name="connsiteX0" fmla="*/ 0 w 10740887"/>
              <a:gd name="connsiteY0" fmla="*/ 162162 h 1621622"/>
              <a:gd name="connsiteX1" fmla="*/ 162162 w 10740887"/>
              <a:gd name="connsiteY1" fmla="*/ 0 h 1621622"/>
              <a:gd name="connsiteX2" fmla="*/ 10578725 w 10740887"/>
              <a:gd name="connsiteY2" fmla="*/ 0 h 1621622"/>
              <a:gd name="connsiteX3" fmla="*/ 10740887 w 10740887"/>
              <a:gd name="connsiteY3" fmla="*/ 162162 h 1621622"/>
              <a:gd name="connsiteX4" fmla="*/ 10740887 w 10740887"/>
              <a:gd name="connsiteY4" fmla="*/ 1459460 h 1621622"/>
              <a:gd name="connsiteX5" fmla="*/ 10578725 w 10740887"/>
              <a:gd name="connsiteY5" fmla="*/ 1621622 h 1621622"/>
              <a:gd name="connsiteX6" fmla="*/ 162162 w 10740887"/>
              <a:gd name="connsiteY6" fmla="*/ 1621622 h 1621622"/>
              <a:gd name="connsiteX7" fmla="*/ 0 w 10740887"/>
              <a:gd name="connsiteY7" fmla="*/ 1459460 h 1621622"/>
              <a:gd name="connsiteX8" fmla="*/ 0 w 10740887"/>
              <a:gd name="connsiteY8" fmla="*/ 162162 h 16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7" h="1621622">
                <a:moveTo>
                  <a:pt x="0" y="162162"/>
                </a:moveTo>
                <a:cubicBezTo>
                  <a:pt x="0" y="72602"/>
                  <a:pt x="72602" y="0"/>
                  <a:pt x="162162" y="0"/>
                </a:cubicBezTo>
                <a:lnTo>
                  <a:pt x="10578725" y="0"/>
                </a:lnTo>
                <a:cubicBezTo>
                  <a:pt x="10668285" y="0"/>
                  <a:pt x="10740887" y="72602"/>
                  <a:pt x="10740887" y="162162"/>
                </a:cubicBezTo>
                <a:lnTo>
                  <a:pt x="10740887" y="1459460"/>
                </a:lnTo>
                <a:cubicBezTo>
                  <a:pt x="10740887" y="1549020"/>
                  <a:pt x="10668285" y="1621622"/>
                  <a:pt x="10578725" y="1621622"/>
                </a:cubicBezTo>
                <a:lnTo>
                  <a:pt x="162162" y="1621622"/>
                </a:lnTo>
                <a:cubicBezTo>
                  <a:pt x="72602" y="1621622"/>
                  <a:pt x="0" y="1549020"/>
                  <a:pt x="0" y="1459460"/>
                </a:cubicBezTo>
                <a:lnTo>
                  <a:pt x="0" y="162162"/>
                </a:lnTo>
                <a:close/>
              </a:path>
            </a:pathLst>
          </a:cu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7824437" bIns="305816" numCol="1" spcCol="1270" anchor="ctr" anchorCtr="0">
            <a:noAutofit/>
          </a:bodyPr>
          <a:lstStyle/>
          <a:p>
            <a:pPr marL="0" lvl="0" indent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kern="1200" dirty="0"/>
              <a:t>Modules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AB659F-0911-9A7F-DF62-970E7F3B78E8}"/>
              </a:ext>
            </a:extLst>
          </p:cNvPr>
          <p:cNvSpPr/>
          <p:nvPr/>
        </p:nvSpPr>
        <p:spPr>
          <a:xfrm>
            <a:off x="838200" y="3195453"/>
            <a:ext cx="10740887" cy="1621622"/>
          </a:xfrm>
          <a:custGeom>
            <a:avLst/>
            <a:gdLst>
              <a:gd name="connsiteX0" fmla="*/ 0 w 10740887"/>
              <a:gd name="connsiteY0" fmla="*/ 162162 h 1621622"/>
              <a:gd name="connsiteX1" fmla="*/ 162162 w 10740887"/>
              <a:gd name="connsiteY1" fmla="*/ 0 h 1621622"/>
              <a:gd name="connsiteX2" fmla="*/ 10578725 w 10740887"/>
              <a:gd name="connsiteY2" fmla="*/ 0 h 1621622"/>
              <a:gd name="connsiteX3" fmla="*/ 10740887 w 10740887"/>
              <a:gd name="connsiteY3" fmla="*/ 162162 h 1621622"/>
              <a:gd name="connsiteX4" fmla="*/ 10740887 w 10740887"/>
              <a:gd name="connsiteY4" fmla="*/ 1459460 h 1621622"/>
              <a:gd name="connsiteX5" fmla="*/ 10578725 w 10740887"/>
              <a:gd name="connsiteY5" fmla="*/ 1621622 h 1621622"/>
              <a:gd name="connsiteX6" fmla="*/ 162162 w 10740887"/>
              <a:gd name="connsiteY6" fmla="*/ 1621622 h 1621622"/>
              <a:gd name="connsiteX7" fmla="*/ 0 w 10740887"/>
              <a:gd name="connsiteY7" fmla="*/ 1459460 h 1621622"/>
              <a:gd name="connsiteX8" fmla="*/ 0 w 10740887"/>
              <a:gd name="connsiteY8" fmla="*/ 162162 h 16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7" h="1621622">
                <a:moveTo>
                  <a:pt x="0" y="162162"/>
                </a:moveTo>
                <a:cubicBezTo>
                  <a:pt x="0" y="72602"/>
                  <a:pt x="72602" y="0"/>
                  <a:pt x="162162" y="0"/>
                </a:cubicBezTo>
                <a:lnTo>
                  <a:pt x="10578725" y="0"/>
                </a:lnTo>
                <a:cubicBezTo>
                  <a:pt x="10668285" y="0"/>
                  <a:pt x="10740887" y="72602"/>
                  <a:pt x="10740887" y="162162"/>
                </a:cubicBezTo>
                <a:lnTo>
                  <a:pt x="10740887" y="1459460"/>
                </a:lnTo>
                <a:cubicBezTo>
                  <a:pt x="10740887" y="1549020"/>
                  <a:pt x="10668285" y="1621622"/>
                  <a:pt x="10578725" y="1621622"/>
                </a:cubicBezTo>
                <a:lnTo>
                  <a:pt x="162162" y="1621622"/>
                </a:lnTo>
                <a:cubicBezTo>
                  <a:pt x="72602" y="1621622"/>
                  <a:pt x="0" y="1549020"/>
                  <a:pt x="0" y="1459460"/>
                </a:cubicBezTo>
                <a:lnTo>
                  <a:pt x="0" y="162162"/>
                </a:lnTo>
                <a:close/>
              </a:path>
            </a:pathLst>
          </a:cu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7824437" bIns="305816" numCol="1" spcCol="1270" anchor="ctr" anchorCtr="0">
            <a:noAutofit/>
          </a:bodyPr>
          <a:lstStyle/>
          <a:p>
            <a:pPr marL="0" lvl="0" indent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kern="1200" dirty="0"/>
              <a:t>Subsystems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2BC36D6-0237-8512-6EB2-20A6EE379459}"/>
              </a:ext>
            </a:extLst>
          </p:cNvPr>
          <p:cNvSpPr/>
          <p:nvPr/>
        </p:nvSpPr>
        <p:spPr>
          <a:xfrm>
            <a:off x="838200" y="1303560"/>
            <a:ext cx="10740887" cy="1621622"/>
          </a:xfrm>
          <a:custGeom>
            <a:avLst/>
            <a:gdLst>
              <a:gd name="connsiteX0" fmla="*/ 0 w 10740887"/>
              <a:gd name="connsiteY0" fmla="*/ 162162 h 1621622"/>
              <a:gd name="connsiteX1" fmla="*/ 162162 w 10740887"/>
              <a:gd name="connsiteY1" fmla="*/ 0 h 1621622"/>
              <a:gd name="connsiteX2" fmla="*/ 10578725 w 10740887"/>
              <a:gd name="connsiteY2" fmla="*/ 0 h 1621622"/>
              <a:gd name="connsiteX3" fmla="*/ 10740887 w 10740887"/>
              <a:gd name="connsiteY3" fmla="*/ 162162 h 1621622"/>
              <a:gd name="connsiteX4" fmla="*/ 10740887 w 10740887"/>
              <a:gd name="connsiteY4" fmla="*/ 1459460 h 1621622"/>
              <a:gd name="connsiteX5" fmla="*/ 10578725 w 10740887"/>
              <a:gd name="connsiteY5" fmla="*/ 1621622 h 1621622"/>
              <a:gd name="connsiteX6" fmla="*/ 162162 w 10740887"/>
              <a:gd name="connsiteY6" fmla="*/ 1621622 h 1621622"/>
              <a:gd name="connsiteX7" fmla="*/ 0 w 10740887"/>
              <a:gd name="connsiteY7" fmla="*/ 1459460 h 1621622"/>
              <a:gd name="connsiteX8" fmla="*/ 0 w 10740887"/>
              <a:gd name="connsiteY8" fmla="*/ 162162 h 16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7" h="1621622">
                <a:moveTo>
                  <a:pt x="0" y="162162"/>
                </a:moveTo>
                <a:cubicBezTo>
                  <a:pt x="0" y="72602"/>
                  <a:pt x="72602" y="0"/>
                  <a:pt x="162162" y="0"/>
                </a:cubicBezTo>
                <a:lnTo>
                  <a:pt x="10578725" y="0"/>
                </a:lnTo>
                <a:cubicBezTo>
                  <a:pt x="10668285" y="0"/>
                  <a:pt x="10740887" y="72602"/>
                  <a:pt x="10740887" y="162162"/>
                </a:cubicBezTo>
                <a:lnTo>
                  <a:pt x="10740887" y="1459460"/>
                </a:lnTo>
                <a:cubicBezTo>
                  <a:pt x="10740887" y="1549020"/>
                  <a:pt x="10668285" y="1621622"/>
                  <a:pt x="10578725" y="1621622"/>
                </a:cubicBezTo>
                <a:lnTo>
                  <a:pt x="162162" y="1621622"/>
                </a:lnTo>
                <a:cubicBezTo>
                  <a:pt x="72602" y="1621622"/>
                  <a:pt x="0" y="1549020"/>
                  <a:pt x="0" y="1459460"/>
                </a:cubicBezTo>
                <a:lnTo>
                  <a:pt x="0" y="162162"/>
                </a:lnTo>
                <a:close/>
              </a:path>
            </a:pathLst>
          </a:cu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7824437" bIns="305816" numCol="1" spcCol="1270" anchor="ctr" anchorCtr="0">
            <a:noAutofit/>
          </a:bodyPr>
          <a:lstStyle/>
          <a:p>
            <a:pPr marL="0" lvl="0" indent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kern="1200" dirty="0"/>
              <a:t>System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B9120A2-4349-44D1-1C92-0D70A81A1E6C}"/>
              </a:ext>
            </a:extLst>
          </p:cNvPr>
          <p:cNvSpPr/>
          <p:nvPr/>
        </p:nvSpPr>
        <p:spPr>
          <a:xfrm>
            <a:off x="5381285" y="3330588"/>
            <a:ext cx="2027027" cy="1351351"/>
          </a:xfrm>
          <a:custGeom>
            <a:avLst/>
            <a:gdLst>
              <a:gd name="connsiteX0" fmla="*/ 0 w 2027027"/>
              <a:gd name="connsiteY0" fmla="*/ 135135 h 1351351"/>
              <a:gd name="connsiteX1" fmla="*/ 135135 w 2027027"/>
              <a:gd name="connsiteY1" fmla="*/ 0 h 1351351"/>
              <a:gd name="connsiteX2" fmla="*/ 1891892 w 2027027"/>
              <a:gd name="connsiteY2" fmla="*/ 0 h 1351351"/>
              <a:gd name="connsiteX3" fmla="*/ 2027027 w 2027027"/>
              <a:gd name="connsiteY3" fmla="*/ 135135 h 1351351"/>
              <a:gd name="connsiteX4" fmla="*/ 2027027 w 2027027"/>
              <a:gd name="connsiteY4" fmla="*/ 1216216 h 1351351"/>
              <a:gd name="connsiteX5" fmla="*/ 1891892 w 2027027"/>
              <a:gd name="connsiteY5" fmla="*/ 1351351 h 1351351"/>
              <a:gd name="connsiteX6" fmla="*/ 135135 w 2027027"/>
              <a:gd name="connsiteY6" fmla="*/ 1351351 h 1351351"/>
              <a:gd name="connsiteX7" fmla="*/ 0 w 2027027"/>
              <a:gd name="connsiteY7" fmla="*/ 1216216 h 1351351"/>
              <a:gd name="connsiteX8" fmla="*/ 0 w 2027027"/>
              <a:gd name="connsiteY8" fmla="*/ 135135 h 135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027" h="1351351">
                <a:moveTo>
                  <a:pt x="0" y="135135"/>
                </a:moveTo>
                <a:cubicBezTo>
                  <a:pt x="0" y="60502"/>
                  <a:pt x="60502" y="0"/>
                  <a:pt x="135135" y="0"/>
                </a:cubicBezTo>
                <a:lnTo>
                  <a:pt x="1891892" y="0"/>
                </a:lnTo>
                <a:cubicBezTo>
                  <a:pt x="1966525" y="0"/>
                  <a:pt x="2027027" y="60502"/>
                  <a:pt x="2027027" y="135135"/>
                </a:cubicBezTo>
                <a:lnTo>
                  <a:pt x="2027027" y="1216216"/>
                </a:lnTo>
                <a:cubicBezTo>
                  <a:pt x="2027027" y="1290849"/>
                  <a:pt x="1966525" y="1351351"/>
                  <a:pt x="1891892" y="1351351"/>
                </a:cubicBezTo>
                <a:lnTo>
                  <a:pt x="135135" y="1351351"/>
                </a:lnTo>
                <a:cubicBezTo>
                  <a:pt x="60502" y="1351351"/>
                  <a:pt x="0" y="1290849"/>
                  <a:pt x="0" y="1216216"/>
                </a:cubicBezTo>
                <a:lnTo>
                  <a:pt x="0" y="13513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7680" tIns="77680" rIns="77680" bIns="77680" numCol="1" spcCol="1270" anchor="ctr" anchorCtr="0">
            <a:noAutofit/>
          </a:bodyPr>
          <a:lstStyle/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class Control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public String </a:t>
            </a:r>
            <a:r>
              <a:rPr lang="en-US" sz="1000" kern="1200" dirty="0" err="1"/>
              <a:t>getInput</a:t>
            </a:r>
            <a:r>
              <a:rPr lang="en-US" sz="1000" kern="1200" dirty="0"/>
              <a:t>()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  </a:t>
            </a:r>
            <a:r>
              <a:rPr lang="en-US" sz="1000" kern="1200" dirty="0" err="1"/>
              <a:t>mouse.getInput</a:t>
            </a:r>
            <a:r>
              <a:rPr lang="en-US" sz="1000" kern="1200" dirty="0"/>
              <a:t>();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  </a:t>
            </a:r>
            <a:r>
              <a:rPr lang="en-US" sz="1000" kern="1200" dirty="0" err="1"/>
              <a:t>keyboard.getInput</a:t>
            </a:r>
            <a:r>
              <a:rPr lang="en-US" sz="1000" kern="1200" dirty="0"/>
              <a:t>();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}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}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A760A0-02AF-042B-C8B9-BBC11A45EF9D}"/>
              </a:ext>
            </a:extLst>
          </p:cNvPr>
          <p:cNvSpPr/>
          <p:nvPr/>
        </p:nvSpPr>
        <p:spPr>
          <a:xfrm>
            <a:off x="5077231" y="4681940"/>
            <a:ext cx="1317568" cy="54054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317568" y="0"/>
                </a:moveTo>
                <a:lnTo>
                  <a:pt x="1317568" y="270270"/>
                </a:lnTo>
                <a:lnTo>
                  <a:pt x="0" y="270270"/>
                </a:lnTo>
                <a:lnTo>
                  <a:pt x="0" y="540540"/>
                </a:lnTo>
              </a:path>
            </a:pathLst>
          </a:custGeom>
          <a:noFill/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EE80B53-41B4-E8A8-5174-BF61366B74A4}"/>
              </a:ext>
            </a:extLst>
          </p:cNvPr>
          <p:cNvSpPr/>
          <p:nvPr/>
        </p:nvSpPr>
        <p:spPr>
          <a:xfrm>
            <a:off x="4063717" y="5222481"/>
            <a:ext cx="2027027" cy="1351351"/>
          </a:xfrm>
          <a:custGeom>
            <a:avLst/>
            <a:gdLst>
              <a:gd name="connsiteX0" fmla="*/ 0 w 2027027"/>
              <a:gd name="connsiteY0" fmla="*/ 135135 h 1351351"/>
              <a:gd name="connsiteX1" fmla="*/ 135135 w 2027027"/>
              <a:gd name="connsiteY1" fmla="*/ 0 h 1351351"/>
              <a:gd name="connsiteX2" fmla="*/ 1891892 w 2027027"/>
              <a:gd name="connsiteY2" fmla="*/ 0 h 1351351"/>
              <a:gd name="connsiteX3" fmla="*/ 2027027 w 2027027"/>
              <a:gd name="connsiteY3" fmla="*/ 135135 h 1351351"/>
              <a:gd name="connsiteX4" fmla="*/ 2027027 w 2027027"/>
              <a:gd name="connsiteY4" fmla="*/ 1216216 h 1351351"/>
              <a:gd name="connsiteX5" fmla="*/ 1891892 w 2027027"/>
              <a:gd name="connsiteY5" fmla="*/ 1351351 h 1351351"/>
              <a:gd name="connsiteX6" fmla="*/ 135135 w 2027027"/>
              <a:gd name="connsiteY6" fmla="*/ 1351351 h 1351351"/>
              <a:gd name="connsiteX7" fmla="*/ 0 w 2027027"/>
              <a:gd name="connsiteY7" fmla="*/ 1216216 h 1351351"/>
              <a:gd name="connsiteX8" fmla="*/ 0 w 2027027"/>
              <a:gd name="connsiteY8" fmla="*/ 135135 h 135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027" h="1351351">
                <a:moveTo>
                  <a:pt x="0" y="135135"/>
                </a:moveTo>
                <a:cubicBezTo>
                  <a:pt x="0" y="60502"/>
                  <a:pt x="60502" y="0"/>
                  <a:pt x="135135" y="0"/>
                </a:cubicBezTo>
                <a:lnTo>
                  <a:pt x="1891892" y="0"/>
                </a:lnTo>
                <a:cubicBezTo>
                  <a:pt x="1966525" y="0"/>
                  <a:pt x="2027027" y="60502"/>
                  <a:pt x="2027027" y="135135"/>
                </a:cubicBezTo>
                <a:lnTo>
                  <a:pt x="2027027" y="1216216"/>
                </a:lnTo>
                <a:cubicBezTo>
                  <a:pt x="2027027" y="1290849"/>
                  <a:pt x="1966525" y="1351351"/>
                  <a:pt x="1891892" y="1351351"/>
                </a:cubicBezTo>
                <a:lnTo>
                  <a:pt x="135135" y="1351351"/>
                </a:lnTo>
                <a:cubicBezTo>
                  <a:pt x="60502" y="1351351"/>
                  <a:pt x="0" y="1290849"/>
                  <a:pt x="0" y="1216216"/>
                </a:cubicBezTo>
                <a:lnTo>
                  <a:pt x="0" y="13513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7680" tIns="77680" rIns="77680" bIns="77680" numCol="1" spcCol="1270" anchor="ctr" anchorCtr="0">
            <a:noAutofit/>
          </a:bodyPr>
          <a:lstStyle/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class Mouse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public String </a:t>
            </a:r>
            <a:r>
              <a:rPr lang="en-US" sz="1000" kern="1200" dirty="0" err="1"/>
              <a:t>getInput</a:t>
            </a:r>
            <a:r>
              <a:rPr lang="en-US" sz="1000" kern="1200" dirty="0"/>
              <a:t>()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  …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}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}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915DBF0-6D89-AC92-12CE-14B72C23D2C7}"/>
              </a:ext>
            </a:extLst>
          </p:cNvPr>
          <p:cNvSpPr/>
          <p:nvPr/>
        </p:nvSpPr>
        <p:spPr>
          <a:xfrm>
            <a:off x="6394799" y="4681940"/>
            <a:ext cx="1317568" cy="54054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270"/>
                </a:lnTo>
                <a:lnTo>
                  <a:pt x="1317568" y="270270"/>
                </a:lnTo>
                <a:lnTo>
                  <a:pt x="1317568" y="540540"/>
                </a:lnTo>
              </a:path>
            </a:pathLst>
          </a:custGeom>
          <a:noFill/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ADCCD29-F057-A957-7A62-6838652E8454}"/>
              </a:ext>
            </a:extLst>
          </p:cNvPr>
          <p:cNvSpPr/>
          <p:nvPr/>
        </p:nvSpPr>
        <p:spPr>
          <a:xfrm>
            <a:off x="6698853" y="5222481"/>
            <a:ext cx="2027027" cy="1351351"/>
          </a:xfrm>
          <a:custGeom>
            <a:avLst/>
            <a:gdLst>
              <a:gd name="connsiteX0" fmla="*/ 0 w 2027027"/>
              <a:gd name="connsiteY0" fmla="*/ 135135 h 1351351"/>
              <a:gd name="connsiteX1" fmla="*/ 135135 w 2027027"/>
              <a:gd name="connsiteY1" fmla="*/ 0 h 1351351"/>
              <a:gd name="connsiteX2" fmla="*/ 1891892 w 2027027"/>
              <a:gd name="connsiteY2" fmla="*/ 0 h 1351351"/>
              <a:gd name="connsiteX3" fmla="*/ 2027027 w 2027027"/>
              <a:gd name="connsiteY3" fmla="*/ 135135 h 1351351"/>
              <a:gd name="connsiteX4" fmla="*/ 2027027 w 2027027"/>
              <a:gd name="connsiteY4" fmla="*/ 1216216 h 1351351"/>
              <a:gd name="connsiteX5" fmla="*/ 1891892 w 2027027"/>
              <a:gd name="connsiteY5" fmla="*/ 1351351 h 1351351"/>
              <a:gd name="connsiteX6" fmla="*/ 135135 w 2027027"/>
              <a:gd name="connsiteY6" fmla="*/ 1351351 h 1351351"/>
              <a:gd name="connsiteX7" fmla="*/ 0 w 2027027"/>
              <a:gd name="connsiteY7" fmla="*/ 1216216 h 1351351"/>
              <a:gd name="connsiteX8" fmla="*/ 0 w 2027027"/>
              <a:gd name="connsiteY8" fmla="*/ 135135 h 135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027" h="1351351">
                <a:moveTo>
                  <a:pt x="0" y="135135"/>
                </a:moveTo>
                <a:cubicBezTo>
                  <a:pt x="0" y="60502"/>
                  <a:pt x="60502" y="0"/>
                  <a:pt x="135135" y="0"/>
                </a:cubicBezTo>
                <a:lnTo>
                  <a:pt x="1891892" y="0"/>
                </a:lnTo>
                <a:cubicBezTo>
                  <a:pt x="1966525" y="0"/>
                  <a:pt x="2027027" y="60502"/>
                  <a:pt x="2027027" y="135135"/>
                </a:cubicBezTo>
                <a:lnTo>
                  <a:pt x="2027027" y="1216216"/>
                </a:lnTo>
                <a:cubicBezTo>
                  <a:pt x="2027027" y="1290849"/>
                  <a:pt x="1966525" y="1351351"/>
                  <a:pt x="1891892" y="1351351"/>
                </a:cubicBezTo>
                <a:lnTo>
                  <a:pt x="135135" y="1351351"/>
                </a:lnTo>
                <a:cubicBezTo>
                  <a:pt x="60502" y="1351351"/>
                  <a:pt x="0" y="1290849"/>
                  <a:pt x="0" y="1216216"/>
                </a:cubicBezTo>
                <a:lnTo>
                  <a:pt x="0" y="13513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7680" tIns="77680" rIns="77680" bIns="77680" numCol="1" spcCol="1270" anchor="ctr" anchorCtr="0">
            <a:noAutofit/>
          </a:bodyPr>
          <a:lstStyle/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class Keyboard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public String </a:t>
            </a:r>
            <a:r>
              <a:rPr lang="en-US" sz="1000" kern="1200" dirty="0" err="1"/>
              <a:t>getInput</a:t>
            </a:r>
            <a:r>
              <a:rPr lang="en-US" sz="1000" kern="1200" dirty="0"/>
              <a:t>()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  …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}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}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AD7DEC1-268B-EBF3-3052-167F0AD098EC}"/>
              </a:ext>
            </a:extLst>
          </p:cNvPr>
          <p:cNvSpPr/>
          <p:nvPr/>
        </p:nvSpPr>
        <p:spPr>
          <a:xfrm>
            <a:off x="4246467" y="3630249"/>
            <a:ext cx="1121716" cy="752030"/>
          </a:xfrm>
          <a:prstGeom prst="rightArrow">
            <a:avLst>
              <a:gd name="adj1" fmla="val 62297"/>
              <a:gd name="adj2" fmla="val 38472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dirty="0"/>
              <a:t>Unit 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62FF20-F0C3-2144-01D9-D86AC79045D8}"/>
              </a:ext>
            </a:extLst>
          </p:cNvPr>
          <p:cNvSpPr/>
          <p:nvPr/>
        </p:nvSpPr>
        <p:spPr>
          <a:xfrm>
            <a:off x="5468594" y="3633082"/>
            <a:ext cx="1328730" cy="74825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60D41-FA62-209F-B289-63F95CB05684}"/>
              </a:ext>
            </a:extLst>
          </p:cNvPr>
          <p:cNvSpPr txBox="1"/>
          <p:nvPr/>
        </p:nvSpPr>
        <p:spPr>
          <a:xfrm>
            <a:off x="7826482" y="3664384"/>
            <a:ext cx="4058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Prevent shift-left testing!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53C133-A0CF-B85C-D47E-A6693A304F6F}"/>
              </a:ext>
            </a:extLst>
          </p:cNvPr>
          <p:cNvCxnSpPr>
            <a:cxnSpLocks/>
            <a:stCxn id="14" idx="3"/>
            <a:endCxn id="7" idx="2"/>
          </p:cNvCxnSpPr>
          <p:nvPr/>
        </p:nvCxnSpPr>
        <p:spPr>
          <a:xfrm flipV="1">
            <a:off x="6090744" y="4187604"/>
            <a:ext cx="3764788" cy="1170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573E4A-5CB5-AF6A-31F4-56D37628CCE8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8725880" y="4187604"/>
            <a:ext cx="1129651" cy="1170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42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Answer: Replace dependencies with fake objects!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9906E04-1414-854B-714E-62CF592AAE6C}"/>
              </a:ext>
            </a:extLst>
          </p:cNvPr>
          <p:cNvSpPr/>
          <p:nvPr/>
        </p:nvSpPr>
        <p:spPr>
          <a:xfrm>
            <a:off x="838200" y="5107227"/>
            <a:ext cx="10740887" cy="1621622"/>
          </a:xfrm>
          <a:custGeom>
            <a:avLst/>
            <a:gdLst>
              <a:gd name="connsiteX0" fmla="*/ 0 w 10740887"/>
              <a:gd name="connsiteY0" fmla="*/ 162162 h 1621622"/>
              <a:gd name="connsiteX1" fmla="*/ 162162 w 10740887"/>
              <a:gd name="connsiteY1" fmla="*/ 0 h 1621622"/>
              <a:gd name="connsiteX2" fmla="*/ 10578725 w 10740887"/>
              <a:gd name="connsiteY2" fmla="*/ 0 h 1621622"/>
              <a:gd name="connsiteX3" fmla="*/ 10740887 w 10740887"/>
              <a:gd name="connsiteY3" fmla="*/ 162162 h 1621622"/>
              <a:gd name="connsiteX4" fmla="*/ 10740887 w 10740887"/>
              <a:gd name="connsiteY4" fmla="*/ 1459460 h 1621622"/>
              <a:gd name="connsiteX5" fmla="*/ 10578725 w 10740887"/>
              <a:gd name="connsiteY5" fmla="*/ 1621622 h 1621622"/>
              <a:gd name="connsiteX6" fmla="*/ 162162 w 10740887"/>
              <a:gd name="connsiteY6" fmla="*/ 1621622 h 1621622"/>
              <a:gd name="connsiteX7" fmla="*/ 0 w 10740887"/>
              <a:gd name="connsiteY7" fmla="*/ 1459460 h 1621622"/>
              <a:gd name="connsiteX8" fmla="*/ 0 w 10740887"/>
              <a:gd name="connsiteY8" fmla="*/ 162162 h 16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7" h="1621622">
                <a:moveTo>
                  <a:pt x="0" y="162162"/>
                </a:moveTo>
                <a:cubicBezTo>
                  <a:pt x="0" y="72602"/>
                  <a:pt x="72602" y="0"/>
                  <a:pt x="162162" y="0"/>
                </a:cubicBezTo>
                <a:lnTo>
                  <a:pt x="10578725" y="0"/>
                </a:lnTo>
                <a:cubicBezTo>
                  <a:pt x="10668285" y="0"/>
                  <a:pt x="10740887" y="72602"/>
                  <a:pt x="10740887" y="162162"/>
                </a:cubicBezTo>
                <a:lnTo>
                  <a:pt x="10740887" y="1459460"/>
                </a:lnTo>
                <a:cubicBezTo>
                  <a:pt x="10740887" y="1549020"/>
                  <a:pt x="10668285" y="1621622"/>
                  <a:pt x="10578725" y="1621622"/>
                </a:cubicBezTo>
                <a:lnTo>
                  <a:pt x="162162" y="1621622"/>
                </a:lnTo>
                <a:cubicBezTo>
                  <a:pt x="72602" y="1621622"/>
                  <a:pt x="0" y="1549020"/>
                  <a:pt x="0" y="1459460"/>
                </a:cubicBezTo>
                <a:lnTo>
                  <a:pt x="0" y="162162"/>
                </a:lnTo>
                <a:close/>
              </a:path>
            </a:pathLst>
          </a:cu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7824437" bIns="305816" numCol="1" spcCol="1270" anchor="ctr" anchorCtr="0">
            <a:noAutofit/>
          </a:bodyPr>
          <a:lstStyle/>
          <a:p>
            <a:pPr marL="0" lvl="0" indent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kern="1200" dirty="0"/>
              <a:t>Modules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8AB659F-0911-9A7F-DF62-970E7F3B78E8}"/>
              </a:ext>
            </a:extLst>
          </p:cNvPr>
          <p:cNvSpPr/>
          <p:nvPr/>
        </p:nvSpPr>
        <p:spPr>
          <a:xfrm>
            <a:off x="838200" y="3195453"/>
            <a:ext cx="10740887" cy="1621622"/>
          </a:xfrm>
          <a:custGeom>
            <a:avLst/>
            <a:gdLst>
              <a:gd name="connsiteX0" fmla="*/ 0 w 10740887"/>
              <a:gd name="connsiteY0" fmla="*/ 162162 h 1621622"/>
              <a:gd name="connsiteX1" fmla="*/ 162162 w 10740887"/>
              <a:gd name="connsiteY1" fmla="*/ 0 h 1621622"/>
              <a:gd name="connsiteX2" fmla="*/ 10578725 w 10740887"/>
              <a:gd name="connsiteY2" fmla="*/ 0 h 1621622"/>
              <a:gd name="connsiteX3" fmla="*/ 10740887 w 10740887"/>
              <a:gd name="connsiteY3" fmla="*/ 162162 h 1621622"/>
              <a:gd name="connsiteX4" fmla="*/ 10740887 w 10740887"/>
              <a:gd name="connsiteY4" fmla="*/ 1459460 h 1621622"/>
              <a:gd name="connsiteX5" fmla="*/ 10578725 w 10740887"/>
              <a:gd name="connsiteY5" fmla="*/ 1621622 h 1621622"/>
              <a:gd name="connsiteX6" fmla="*/ 162162 w 10740887"/>
              <a:gd name="connsiteY6" fmla="*/ 1621622 h 1621622"/>
              <a:gd name="connsiteX7" fmla="*/ 0 w 10740887"/>
              <a:gd name="connsiteY7" fmla="*/ 1459460 h 1621622"/>
              <a:gd name="connsiteX8" fmla="*/ 0 w 10740887"/>
              <a:gd name="connsiteY8" fmla="*/ 162162 h 16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7" h="1621622">
                <a:moveTo>
                  <a:pt x="0" y="162162"/>
                </a:moveTo>
                <a:cubicBezTo>
                  <a:pt x="0" y="72602"/>
                  <a:pt x="72602" y="0"/>
                  <a:pt x="162162" y="0"/>
                </a:cubicBezTo>
                <a:lnTo>
                  <a:pt x="10578725" y="0"/>
                </a:lnTo>
                <a:cubicBezTo>
                  <a:pt x="10668285" y="0"/>
                  <a:pt x="10740887" y="72602"/>
                  <a:pt x="10740887" y="162162"/>
                </a:cubicBezTo>
                <a:lnTo>
                  <a:pt x="10740887" y="1459460"/>
                </a:lnTo>
                <a:cubicBezTo>
                  <a:pt x="10740887" y="1549020"/>
                  <a:pt x="10668285" y="1621622"/>
                  <a:pt x="10578725" y="1621622"/>
                </a:cubicBezTo>
                <a:lnTo>
                  <a:pt x="162162" y="1621622"/>
                </a:lnTo>
                <a:cubicBezTo>
                  <a:pt x="72602" y="1621622"/>
                  <a:pt x="0" y="1549020"/>
                  <a:pt x="0" y="1459460"/>
                </a:cubicBezTo>
                <a:lnTo>
                  <a:pt x="0" y="162162"/>
                </a:lnTo>
                <a:close/>
              </a:path>
            </a:pathLst>
          </a:cu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7824437" bIns="305816" numCol="1" spcCol="1270" anchor="ctr" anchorCtr="0">
            <a:noAutofit/>
          </a:bodyPr>
          <a:lstStyle/>
          <a:p>
            <a:pPr marL="0" lvl="0" indent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kern="1200" dirty="0"/>
              <a:t>Subsystems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2BC36D6-0237-8512-6EB2-20A6EE379459}"/>
              </a:ext>
            </a:extLst>
          </p:cNvPr>
          <p:cNvSpPr/>
          <p:nvPr/>
        </p:nvSpPr>
        <p:spPr>
          <a:xfrm>
            <a:off x="838200" y="1303560"/>
            <a:ext cx="10740887" cy="1621622"/>
          </a:xfrm>
          <a:custGeom>
            <a:avLst/>
            <a:gdLst>
              <a:gd name="connsiteX0" fmla="*/ 0 w 10740887"/>
              <a:gd name="connsiteY0" fmla="*/ 162162 h 1621622"/>
              <a:gd name="connsiteX1" fmla="*/ 162162 w 10740887"/>
              <a:gd name="connsiteY1" fmla="*/ 0 h 1621622"/>
              <a:gd name="connsiteX2" fmla="*/ 10578725 w 10740887"/>
              <a:gd name="connsiteY2" fmla="*/ 0 h 1621622"/>
              <a:gd name="connsiteX3" fmla="*/ 10740887 w 10740887"/>
              <a:gd name="connsiteY3" fmla="*/ 162162 h 1621622"/>
              <a:gd name="connsiteX4" fmla="*/ 10740887 w 10740887"/>
              <a:gd name="connsiteY4" fmla="*/ 1459460 h 1621622"/>
              <a:gd name="connsiteX5" fmla="*/ 10578725 w 10740887"/>
              <a:gd name="connsiteY5" fmla="*/ 1621622 h 1621622"/>
              <a:gd name="connsiteX6" fmla="*/ 162162 w 10740887"/>
              <a:gd name="connsiteY6" fmla="*/ 1621622 h 1621622"/>
              <a:gd name="connsiteX7" fmla="*/ 0 w 10740887"/>
              <a:gd name="connsiteY7" fmla="*/ 1459460 h 1621622"/>
              <a:gd name="connsiteX8" fmla="*/ 0 w 10740887"/>
              <a:gd name="connsiteY8" fmla="*/ 162162 h 16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7" h="1621622">
                <a:moveTo>
                  <a:pt x="0" y="162162"/>
                </a:moveTo>
                <a:cubicBezTo>
                  <a:pt x="0" y="72602"/>
                  <a:pt x="72602" y="0"/>
                  <a:pt x="162162" y="0"/>
                </a:cubicBezTo>
                <a:lnTo>
                  <a:pt x="10578725" y="0"/>
                </a:lnTo>
                <a:cubicBezTo>
                  <a:pt x="10668285" y="0"/>
                  <a:pt x="10740887" y="72602"/>
                  <a:pt x="10740887" y="162162"/>
                </a:cubicBezTo>
                <a:lnTo>
                  <a:pt x="10740887" y="1459460"/>
                </a:lnTo>
                <a:cubicBezTo>
                  <a:pt x="10740887" y="1549020"/>
                  <a:pt x="10668285" y="1621622"/>
                  <a:pt x="10578725" y="1621622"/>
                </a:cubicBezTo>
                <a:lnTo>
                  <a:pt x="162162" y="1621622"/>
                </a:lnTo>
                <a:cubicBezTo>
                  <a:pt x="72602" y="1621622"/>
                  <a:pt x="0" y="1549020"/>
                  <a:pt x="0" y="1459460"/>
                </a:cubicBezTo>
                <a:lnTo>
                  <a:pt x="0" y="162162"/>
                </a:lnTo>
                <a:close/>
              </a:path>
            </a:pathLst>
          </a:cu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5816" tIns="305816" rIns="7824437" bIns="305816" numCol="1" spcCol="1270" anchor="ctr" anchorCtr="0">
            <a:noAutofit/>
          </a:bodyPr>
          <a:lstStyle/>
          <a:p>
            <a:pPr marL="0" lvl="0" indent="0" algn="ctr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4300" kern="1200" dirty="0"/>
              <a:t>System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B9120A2-4349-44D1-1C92-0D70A81A1E6C}"/>
              </a:ext>
            </a:extLst>
          </p:cNvPr>
          <p:cNvSpPr/>
          <p:nvPr/>
        </p:nvSpPr>
        <p:spPr>
          <a:xfrm>
            <a:off x="5381285" y="3330588"/>
            <a:ext cx="2027027" cy="1351351"/>
          </a:xfrm>
          <a:custGeom>
            <a:avLst/>
            <a:gdLst>
              <a:gd name="connsiteX0" fmla="*/ 0 w 2027027"/>
              <a:gd name="connsiteY0" fmla="*/ 135135 h 1351351"/>
              <a:gd name="connsiteX1" fmla="*/ 135135 w 2027027"/>
              <a:gd name="connsiteY1" fmla="*/ 0 h 1351351"/>
              <a:gd name="connsiteX2" fmla="*/ 1891892 w 2027027"/>
              <a:gd name="connsiteY2" fmla="*/ 0 h 1351351"/>
              <a:gd name="connsiteX3" fmla="*/ 2027027 w 2027027"/>
              <a:gd name="connsiteY3" fmla="*/ 135135 h 1351351"/>
              <a:gd name="connsiteX4" fmla="*/ 2027027 w 2027027"/>
              <a:gd name="connsiteY4" fmla="*/ 1216216 h 1351351"/>
              <a:gd name="connsiteX5" fmla="*/ 1891892 w 2027027"/>
              <a:gd name="connsiteY5" fmla="*/ 1351351 h 1351351"/>
              <a:gd name="connsiteX6" fmla="*/ 135135 w 2027027"/>
              <a:gd name="connsiteY6" fmla="*/ 1351351 h 1351351"/>
              <a:gd name="connsiteX7" fmla="*/ 0 w 2027027"/>
              <a:gd name="connsiteY7" fmla="*/ 1216216 h 1351351"/>
              <a:gd name="connsiteX8" fmla="*/ 0 w 2027027"/>
              <a:gd name="connsiteY8" fmla="*/ 135135 h 135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027" h="1351351">
                <a:moveTo>
                  <a:pt x="0" y="135135"/>
                </a:moveTo>
                <a:cubicBezTo>
                  <a:pt x="0" y="60502"/>
                  <a:pt x="60502" y="0"/>
                  <a:pt x="135135" y="0"/>
                </a:cubicBezTo>
                <a:lnTo>
                  <a:pt x="1891892" y="0"/>
                </a:lnTo>
                <a:cubicBezTo>
                  <a:pt x="1966525" y="0"/>
                  <a:pt x="2027027" y="60502"/>
                  <a:pt x="2027027" y="135135"/>
                </a:cubicBezTo>
                <a:lnTo>
                  <a:pt x="2027027" y="1216216"/>
                </a:lnTo>
                <a:cubicBezTo>
                  <a:pt x="2027027" y="1290849"/>
                  <a:pt x="1966525" y="1351351"/>
                  <a:pt x="1891892" y="1351351"/>
                </a:cubicBezTo>
                <a:lnTo>
                  <a:pt x="135135" y="1351351"/>
                </a:lnTo>
                <a:cubicBezTo>
                  <a:pt x="60502" y="1351351"/>
                  <a:pt x="0" y="1290849"/>
                  <a:pt x="0" y="1216216"/>
                </a:cubicBezTo>
                <a:lnTo>
                  <a:pt x="0" y="13513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7680" tIns="77680" rIns="77680" bIns="77680" numCol="1" spcCol="1270" anchor="ctr" anchorCtr="0">
            <a:noAutofit/>
          </a:bodyPr>
          <a:lstStyle/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class Control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public String </a:t>
            </a:r>
            <a:r>
              <a:rPr lang="en-US" sz="1000" kern="1200" dirty="0" err="1"/>
              <a:t>getInput</a:t>
            </a:r>
            <a:r>
              <a:rPr lang="en-US" sz="1000" kern="1200" dirty="0"/>
              <a:t>()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  </a:t>
            </a:r>
            <a:r>
              <a:rPr lang="en-US" sz="1000" kern="1200" dirty="0" err="1"/>
              <a:t>mouse.getInput</a:t>
            </a:r>
            <a:r>
              <a:rPr lang="en-US" sz="1000" kern="1200" dirty="0"/>
              <a:t>();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  </a:t>
            </a:r>
            <a:r>
              <a:rPr lang="en-US" sz="1000" kern="1200" dirty="0" err="1"/>
              <a:t>keyboard.getInput</a:t>
            </a:r>
            <a:r>
              <a:rPr lang="en-US" sz="1000" kern="1200" dirty="0"/>
              <a:t>();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  }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dirty="0"/>
              <a:t>}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A760A0-02AF-042B-C8B9-BBC11A45EF9D}"/>
              </a:ext>
            </a:extLst>
          </p:cNvPr>
          <p:cNvSpPr/>
          <p:nvPr/>
        </p:nvSpPr>
        <p:spPr>
          <a:xfrm>
            <a:off x="5077231" y="4681940"/>
            <a:ext cx="1317568" cy="54054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317568" y="0"/>
                </a:moveTo>
                <a:lnTo>
                  <a:pt x="1317568" y="270270"/>
                </a:lnTo>
                <a:lnTo>
                  <a:pt x="0" y="270270"/>
                </a:lnTo>
                <a:lnTo>
                  <a:pt x="0" y="540540"/>
                </a:lnTo>
              </a:path>
            </a:pathLst>
          </a:custGeom>
          <a:noFill/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EE80B53-41B4-E8A8-5174-BF61366B74A4}"/>
              </a:ext>
            </a:extLst>
          </p:cNvPr>
          <p:cNvSpPr/>
          <p:nvPr/>
        </p:nvSpPr>
        <p:spPr>
          <a:xfrm>
            <a:off x="4063717" y="5222481"/>
            <a:ext cx="2027027" cy="1351351"/>
          </a:xfrm>
          <a:custGeom>
            <a:avLst/>
            <a:gdLst>
              <a:gd name="connsiteX0" fmla="*/ 0 w 2027027"/>
              <a:gd name="connsiteY0" fmla="*/ 135135 h 1351351"/>
              <a:gd name="connsiteX1" fmla="*/ 135135 w 2027027"/>
              <a:gd name="connsiteY1" fmla="*/ 0 h 1351351"/>
              <a:gd name="connsiteX2" fmla="*/ 1891892 w 2027027"/>
              <a:gd name="connsiteY2" fmla="*/ 0 h 1351351"/>
              <a:gd name="connsiteX3" fmla="*/ 2027027 w 2027027"/>
              <a:gd name="connsiteY3" fmla="*/ 135135 h 1351351"/>
              <a:gd name="connsiteX4" fmla="*/ 2027027 w 2027027"/>
              <a:gd name="connsiteY4" fmla="*/ 1216216 h 1351351"/>
              <a:gd name="connsiteX5" fmla="*/ 1891892 w 2027027"/>
              <a:gd name="connsiteY5" fmla="*/ 1351351 h 1351351"/>
              <a:gd name="connsiteX6" fmla="*/ 135135 w 2027027"/>
              <a:gd name="connsiteY6" fmla="*/ 1351351 h 1351351"/>
              <a:gd name="connsiteX7" fmla="*/ 0 w 2027027"/>
              <a:gd name="connsiteY7" fmla="*/ 1216216 h 1351351"/>
              <a:gd name="connsiteX8" fmla="*/ 0 w 2027027"/>
              <a:gd name="connsiteY8" fmla="*/ 135135 h 135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027" h="1351351">
                <a:moveTo>
                  <a:pt x="0" y="135135"/>
                </a:moveTo>
                <a:cubicBezTo>
                  <a:pt x="0" y="60502"/>
                  <a:pt x="60502" y="0"/>
                  <a:pt x="135135" y="0"/>
                </a:cubicBezTo>
                <a:lnTo>
                  <a:pt x="1891892" y="0"/>
                </a:lnTo>
                <a:cubicBezTo>
                  <a:pt x="1966525" y="0"/>
                  <a:pt x="2027027" y="60502"/>
                  <a:pt x="2027027" y="135135"/>
                </a:cubicBezTo>
                <a:lnTo>
                  <a:pt x="2027027" y="1216216"/>
                </a:lnTo>
                <a:cubicBezTo>
                  <a:pt x="2027027" y="1290849"/>
                  <a:pt x="1966525" y="1351351"/>
                  <a:pt x="1891892" y="1351351"/>
                </a:cubicBezTo>
                <a:lnTo>
                  <a:pt x="135135" y="1351351"/>
                </a:lnTo>
                <a:cubicBezTo>
                  <a:pt x="60502" y="1351351"/>
                  <a:pt x="0" y="1290849"/>
                  <a:pt x="0" y="1216216"/>
                </a:cubicBezTo>
                <a:lnTo>
                  <a:pt x="0" y="13513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7680" tIns="77680" rIns="77680" bIns="77680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1" kern="1200" dirty="0"/>
              <a:t>Fake Mouse</a:t>
            </a:r>
            <a:endParaRPr lang="en-US" sz="1400" dirty="0"/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String </a:t>
            </a:r>
            <a:r>
              <a:rPr lang="en-US" sz="1400" kern="1200" dirty="0" err="1"/>
              <a:t>getInput</a:t>
            </a:r>
            <a:r>
              <a:rPr lang="en-US" sz="1400" kern="1200" dirty="0"/>
              <a:t>()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dirty="0"/>
              <a:t>  // No code </a:t>
            </a:r>
            <a:endParaRPr lang="en-US" sz="1400" kern="1200" dirty="0"/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dirty="0"/>
              <a:t>}</a:t>
            </a:r>
            <a:endParaRPr lang="en-US" sz="1400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915DBF0-6D89-AC92-12CE-14B72C23D2C7}"/>
              </a:ext>
            </a:extLst>
          </p:cNvPr>
          <p:cNvSpPr/>
          <p:nvPr/>
        </p:nvSpPr>
        <p:spPr>
          <a:xfrm>
            <a:off x="6394799" y="4681940"/>
            <a:ext cx="1317568" cy="54054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70270"/>
                </a:lnTo>
                <a:lnTo>
                  <a:pt x="1317568" y="270270"/>
                </a:lnTo>
                <a:lnTo>
                  <a:pt x="1317568" y="540540"/>
                </a:lnTo>
              </a:path>
            </a:pathLst>
          </a:custGeom>
          <a:noFill/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7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ADCCD29-F057-A957-7A62-6838652E8454}"/>
              </a:ext>
            </a:extLst>
          </p:cNvPr>
          <p:cNvSpPr/>
          <p:nvPr/>
        </p:nvSpPr>
        <p:spPr>
          <a:xfrm>
            <a:off x="6698853" y="5222481"/>
            <a:ext cx="2027027" cy="1351351"/>
          </a:xfrm>
          <a:custGeom>
            <a:avLst/>
            <a:gdLst>
              <a:gd name="connsiteX0" fmla="*/ 0 w 2027027"/>
              <a:gd name="connsiteY0" fmla="*/ 135135 h 1351351"/>
              <a:gd name="connsiteX1" fmla="*/ 135135 w 2027027"/>
              <a:gd name="connsiteY1" fmla="*/ 0 h 1351351"/>
              <a:gd name="connsiteX2" fmla="*/ 1891892 w 2027027"/>
              <a:gd name="connsiteY2" fmla="*/ 0 h 1351351"/>
              <a:gd name="connsiteX3" fmla="*/ 2027027 w 2027027"/>
              <a:gd name="connsiteY3" fmla="*/ 135135 h 1351351"/>
              <a:gd name="connsiteX4" fmla="*/ 2027027 w 2027027"/>
              <a:gd name="connsiteY4" fmla="*/ 1216216 h 1351351"/>
              <a:gd name="connsiteX5" fmla="*/ 1891892 w 2027027"/>
              <a:gd name="connsiteY5" fmla="*/ 1351351 h 1351351"/>
              <a:gd name="connsiteX6" fmla="*/ 135135 w 2027027"/>
              <a:gd name="connsiteY6" fmla="*/ 1351351 h 1351351"/>
              <a:gd name="connsiteX7" fmla="*/ 0 w 2027027"/>
              <a:gd name="connsiteY7" fmla="*/ 1216216 h 1351351"/>
              <a:gd name="connsiteX8" fmla="*/ 0 w 2027027"/>
              <a:gd name="connsiteY8" fmla="*/ 135135 h 135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7027" h="1351351">
                <a:moveTo>
                  <a:pt x="0" y="135135"/>
                </a:moveTo>
                <a:cubicBezTo>
                  <a:pt x="0" y="60502"/>
                  <a:pt x="60502" y="0"/>
                  <a:pt x="135135" y="0"/>
                </a:cubicBezTo>
                <a:lnTo>
                  <a:pt x="1891892" y="0"/>
                </a:lnTo>
                <a:cubicBezTo>
                  <a:pt x="1966525" y="0"/>
                  <a:pt x="2027027" y="60502"/>
                  <a:pt x="2027027" y="135135"/>
                </a:cubicBezTo>
                <a:lnTo>
                  <a:pt x="2027027" y="1216216"/>
                </a:lnTo>
                <a:cubicBezTo>
                  <a:pt x="2027027" y="1290849"/>
                  <a:pt x="1966525" y="1351351"/>
                  <a:pt x="1891892" y="1351351"/>
                </a:cubicBezTo>
                <a:lnTo>
                  <a:pt x="135135" y="1351351"/>
                </a:lnTo>
                <a:cubicBezTo>
                  <a:pt x="60502" y="1351351"/>
                  <a:pt x="0" y="1290849"/>
                  <a:pt x="0" y="1216216"/>
                </a:cubicBezTo>
                <a:lnTo>
                  <a:pt x="0" y="135135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77680" tIns="77680" rIns="77680" bIns="77680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1" kern="1200" dirty="0"/>
              <a:t>Fake Keyboard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/>
              <a:t>String </a:t>
            </a:r>
            <a:r>
              <a:rPr lang="en-US" sz="1400" kern="1200" dirty="0" err="1"/>
              <a:t>getInput</a:t>
            </a:r>
            <a:r>
              <a:rPr lang="en-US" sz="1400" kern="1200" dirty="0"/>
              <a:t>() {</a:t>
            </a:r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dirty="0"/>
              <a:t>  // No code </a:t>
            </a:r>
            <a:endParaRPr lang="en-US" sz="1400" kern="1200" dirty="0"/>
          </a:p>
          <a:p>
            <a:pPr marL="0" lvl="0" indent="0" algn="l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dirty="0"/>
              <a:t>}</a:t>
            </a:r>
            <a:endParaRPr lang="en-US" sz="1400" kern="1200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AD7DEC1-268B-EBF3-3052-167F0AD098EC}"/>
              </a:ext>
            </a:extLst>
          </p:cNvPr>
          <p:cNvSpPr/>
          <p:nvPr/>
        </p:nvSpPr>
        <p:spPr>
          <a:xfrm>
            <a:off x="4246467" y="3630249"/>
            <a:ext cx="1121716" cy="752030"/>
          </a:xfrm>
          <a:prstGeom prst="rightArrow">
            <a:avLst>
              <a:gd name="adj1" fmla="val 62297"/>
              <a:gd name="adj2" fmla="val 38472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600" dirty="0"/>
              <a:t>Unit 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62FF20-F0C3-2144-01D9-D86AC79045D8}"/>
              </a:ext>
            </a:extLst>
          </p:cNvPr>
          <p:cNvSpPr/>
          <p:nvPr/>
        </p:nvSpPr>
        <p:spPr>
          <a:xfrm>
            <a:off x="5468594" y="3633082"/>
            <a:ext cx="1328730" cy="74825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63BBB-8DC1-4254-B112-962EA0413D13}"/>
              </a:ext>
            </a:extLst>
          </p:cNvPr>
          <p:cNvSpPr txBox="1"/>
          <p:nvPr/>
        </p:nvSpPr>
        <p:spPr>
          <a:xfrm>
            <a:off x="7826482" y="3664384"/>
            <a:ext cx="40644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Allows shift-left testing,</a:t>
            </a:r>
          </a:p>
          <a:p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since no code is executed.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D6D85D-B681-BFD5-41DA-AB5E7970DCDA}"/>
              </a:ext>
            </a:extLst>
          </p:cNvPr>
          <p:cNvCxnSpPr>
            <a:cxnSpLocks/>
            <a:stCxn id="14" idx="3"/>
            <a:endCxn id="3" idx="2"/>
          </p:cNvCxnSpPr>
          <p:nvPr/>
        </p:nvCxnSpPr>
        <p:spPr>
          <a:xfrm flipV="1">
            <a:off x="6090744" y="4618491"/>
            <a:ext cx="3767961" cy="739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18321A-2C89-C007-49EE-920328A900AC}"/>
              </a:ext>
            </a:extLst>
          </p:cNvPr>
          <p:cNvCxnSpPr>
            <a:cxnSpLocks/>
            <a:stCxn id="16" idx="3"/>
            <a:endCxn id="3" idx="2"/>
          </p:cNvCxnSpPr>
          <p:nvPr/>
        </p:nvCxnSpPr>
        <p:spPr>
          <a:xfrm flipV="1">
            <a:off x="8725880" y="4618491"/>
            <a:ext cx="1132825" cy="739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65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Doubles (or mocks) fake the real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445765" cy="4525963"/>
          </a:xfrm>
        </p:spPr>
        <p:txBody>
          <a:bodyPr>
            <a:noAutofit/>
          </a:bodyPr>
          <a:lstStyle/>
          <a:p>
            <a:r>
              <a:rPr lang="en-US" sz="2800" dirty="0"/>
              <a:t>Goal: To </a:t>
            </a:r>
            <a:r>
              <a:rPr lang="en-US" sz="2800" b="1" dirty="0"/>
              <a:t>not execute code</a:t>
            </a:r>
            <a:r>
              <a:rPr lang="en-US" sz="2800" i="1" dirty="0"/>
              <a:t> </a:t>
            </a:r>
            <a:r>
              <a:rPr lang="en-US" sz="2800" dirty="0"/>
              <a:t>in external classes as part of the unit test.</a:t>
            </a:r>
          </a:p>
          <a:p>
            <a:pPr lvl="1"/>
            <a:r>
              <a:rPr lang="en-US" sz="2400" dirty="0"/>
              <a:t>Means method can be </a:t>
            </a:r>
            <a:r>
              <a:rPr lang="en-US" sz="2400" b="1" dirty="0"/>
              <a:t>shift-left</a:t>
            </a:r>
            <a:r>
              <a:rPr lang="en-US" sz="2400" dirty="0"/>
              <a:t> tested.</a:t>
            </a:r>
          </a:p>
          <a:p>
            <a:pPr lvl="1"/>
            <a:r>
              <a:rPr lang="en-US" sz="2400" dirty="0"/>
              <a:t>Means if a defect is found, it is </a:t>
            </a:r>
            <a:r>
              <a:rPr lang="en-US" sz="2400" b="1" dirty="0"/>
              <a:t>localized</a:t>
            </a:r>
            <a:r>
              <a:rPr lang="en-US" sz="2400" dirty="0"/>
              <a:t>.</a:t>
            </a:r>
          </a:p>
          <a:p>
            <a:pPr lvl="1"/>
            <a:endParaRPr lang="en-US" sz="2400" dirty="0"/>
          </a:p>
          <a:p>
            <a:r>
              <a:rPr lang="en-US" sz="2800" dirty="0"/>
              <a:t>Just like body doubles, </a:t>
            </a:r>
            <a:r>
              <a:rPr lang="en-US" sz="2800" b="1" dirty="0"/>
              <a:t>test doubles</a:t>
            </a:r>
            <a:r>
              <a:rPr lang="en-US" sz="2800" dirty="0"/>
              <a:t> pretend to be the real thing but aren’t.</a:t>
            </a:r>
          </a:p>
          <a:p>
            <a:pPr lvl="1"/>
            <a:r>
              <a:rPr lang="en-US" sz="2400" dirty="0"/>
              <a:t>Mockito </a:t>
            </a:r>
            <a:r>
              <a:rPr lang="en-US" sz="2400" b="1" dirty="0"/>
              <a:t>mocks</a:t>
            </a:r>
            <a:r>
              <a:rPr lang="en-US" sz="2400" dirty="0"/>
              <a:t> (mock-ups of real objects), is a type of test double.</a:t>
            </a:r>
          </a:p>
          <a:p>
            <a:pPr lvl="1"/>
            <a:r>
              <a:rPr lang="en-US" sz="2400" dirty="0"/>
              <a:t>Mocks appear to be real objects, but without executing any code.  How???</a:t>
            </a:r>
          </a:p>
          <a:p>
            <a:pPr lvl="1"/>
            <a:r>
              <a:rPr lang="en-US" sz="2400" dirty="0"/>
              <a:t>Hint: mock only needs to emulate behavior for the </a:t>
            </a:r>
            <a:r>
              <a:rPr lang="en-US" sz="2400" b="1" dirty="0"/>
              <a:t>given test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13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Example: Rent-A-Cat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E34573-666F-4839-B032-F0DA8C86B225}"/>
              </a:ext>
            </a:extLst>
          </p:cNvPr>
          <p:cNvSpPr/>
          <p:nvPr/>
        </p:nvSpPr>
        <p:spPr>
          <a:xfrm>
            <a:off x="401655" y="1162228"/>
            <a:ext cx="6135885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Cat&gt; cats;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Cat cat)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cats.put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(id, cat);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int days)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cats.get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(id).rent(days * 100);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listCats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(Cat cat :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cats.values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 +=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+ “\n”;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848239" y="1162228"/>
            <a:ext cx="4953506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Cat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Cat(String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this.name =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payment;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name + “ “ +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8952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RentACat</a:t>
            </a:r>
            <a:r>
              <a:rPr lang="en-US" dirty="0"/>
              <a:t> depends on Cat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E34573-666F-4839-B032-F0DA8C86B225}"/>
              </a:ext>
            </a:extLst>
          </p:cNvPr>
          <p:cNvSpPr/>
          <p:nvPr/>
        </p:nvSpPr>
        <p:spPr>
          <a:xfrm>
            <a:off x="401655" y="1162228"/>
            <a:ext cx="6135885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Cat&gt; cats;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Cat cat)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cats.put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(id, cat);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int days)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cats.get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(id).rent(days * 100);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listCats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(Cat cat :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cats.values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 +=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+ “\n”;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848239" y="1162228"/>
            <a:ext cx="4953506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Cat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Cat(String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this.name =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payment;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name + “ “ +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9FD37FBA-77FE-BDC6-8A75-F7F1AB5F6D97}"/>
              </a:ext>
            </a:extLst>
          </p:cNvPr>
          <p:cNvCxnSpPr>
            <a:cxnSpLocks/>
          </p:cNvCxnSpPr>
          <p:nvPr/>
        </p:nvCxnSpPr>
        <p:spPr>
          <a:xfrm>
            <a:off x="5160579" y="3605048"/>
            <a:ext cx="2207173" cy="451945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AB08BB8D-93BD-2290-9F02-5FB1C115C482}"/>
              </a:ext>
            </a:extLst>
          </p:cNvPr>
          <p:cNvCxnSpPr>
            <a:cxnSpLocks/>
          </p:cNvCxnSpPr>
          <p:nvPr/>
        </p:nvCxnSpPr>
        <p:spPr>
          <a:xfrm>
            <a:off x="4322618" y="4852555"/>
            <a:ext cx="3045134" cy="12700"/>
          </a:xfrm>
          <a:prstGeom prst="curvedConnector3">
            <a:avLst>
              <a:gd name="adj1" fmla="val 51024"/>
            </a:avLst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636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934CB334-CEE9-D63E-58AD-95D267EEC3AD}"/>
              </a:ext>
            </a:extLst>
          </p:cNvPr>
          <p:cNvSpPr/>
          <p:nvPr/>
        </p:nvSpPr>
        <p:spPr>
          <a:xfrm>
            <a:off x="6720049" y="1767573"/>
            <a:ext cx="4588778" cy="458877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“Fake” void rent(int payment)</a:t>
            </a:r>
          </a:p>
          <a:p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“Fake” String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3FCBD-D1F1-F69A-968C-5980C66FFB84}"/>
              </a:ext>
            </a:extLst>
          </p:cNvPr>
          <p:cNvSpPr txBox="1"/>
          <p:nvPr/>
        </p:nvSpPr>
        <p:spPr>
          <a:xfrm>
            <a:off x="8234754" y="1398241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“Mock” Cat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test </a:t>
            </a:r>
            <a:r>
              <a:rPr lang="en-US" dirty="0" err="1"/>
              <a:t>RentACat</a:t>
            </a:r>
            <a:r>
              <a:rPr lang="en-US" dirty="0"/>
              <a:t> w/o Cat code?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E34573-666F-4839-B032-F0DA8C86B225}"/>
              </a:ext>
            </a:extLst>
          </p:cNvPr>
          <p:cNvSpPr/>
          <p:nvPr/>
        </p:nvSpPr>
        <p:spPr>
          <a:xfrm>
            <a:off x="401655" y="1162228"/>
            <a:ext cx="6135885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Cat&gt; cats;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Cat cat)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cats.put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(id, cat);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int days)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cats.get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(id).rent(days * 100);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listCats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(Cat cat :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cats.values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 +=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+ “\n”;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AB08BB8D-93BD-2290-9F02-5FB1C115C482}"/>
              </a:ext>
            </a:extLst>
          </p:cNvPr>
          <p:cNvCxnSpPr>
            <a:cxnSpLocks/>
          </p:cNvCxnSpPr>
          <p:nvPr/>
        </p:nvCxnSpPr>
        <p:spPr>
          <a:xfrm>
            <a:off x="4322618" y="4852555"/>
            <a:ext cx="3045134" cy="12700"/>
          </a:xfrm>
          <a:prstGeom prst="curvedConnector3">
            <a:avLst>
              <a:gd name="adj1" fmla="val 51024"/>
            </a:avLst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E0F587F-694E-3B5F-BD5C-F791A760DF31}"/>
              </a:ext>
            </a:extLst>
          </p:cNvPr>
          <p:cNvCxnSpPr>
            <a:cxnSpLocks/>
          </p:cNvCxnSpPr>
          <p:nvPr/>
        </p:nvCxnSpPr>
        <p:spPr>
          <a:xfrm>
            <a:off x="5160579" y="3605048"/>
            <a:ext cx="2207173" cy="451945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35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1F25-2102-F36F-0C6B-CD11128F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7DE2-4329-BE17-6056-9B7DDD28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Mockito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7755C-CB34-3824-56CB-D0442AD65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popular Java framework for creating mock objects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30B0A-DEF4-CCA3-62AF-F1DB58D8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583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1B9D-E822-17FE-900E-C840AE9D9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Mock: A Fake Object with No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9368B3-E1F3-3752-07E8-743B0A0CB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209" y="3893289"/>
            <a:ext cx="8789581" cy="17526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Creates a mock cat of type Cat</a:t>
            </a:r>
          </a:p>
          <a:p>
            <a:pPr algn="l"/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989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Mockito.mock</a:t>
            </a:r>
            <a:r>
              <a:rPr lang="en-US" b="1" dirty="0">
                <a:solidFill>
                  <a:srgbClr val="8989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Cat.class</a:t>
            </a:r>
            <a:r>
              <a:rPr lang="en-US" b="1" dirty="0">
                <a:solidFill>
                  <a:srgbClr val="8989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898989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51CD0-04E1-AE57-DA3A-AEE953E5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766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6CDE-CFDD-16E2-28F1-EEC93476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Mockito: a framework for creating test doubles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99F3-C0BE-9CCF-E4B8-09E22A3F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1239763" cy="4525963"/>
          </a:xfrm>
        </p:spPr>
        <p:txBody>
          <a:bodyPr>
            <a:normAutofit/>
          </a:bodyPr>
          <a:lstStyle/>
          <a:p>
            <a:r>
              <a:rPr lang="en-US" b="1" dirty="0"/>
              <a:t>Mockito</a:t>
            </a:r>
            <a:r>
              <a:rPr lang="en-US" dirty="0"/>
              <a:t>: a framework for creating mocks</a:t>
            </a:r>
          </a:p>
          <a:p>
            <a:pPr lvl="1"/>
            <a:r>
              <a:rPr lang="en-US" dirty="0"/>
              <a:t>Good for emulating test doubles that exhibit simple behaviors</a:t>
            </a:r>
          </a:p>
          <a:p>
            <a:pPr lvl="1"/>
            <a:r>
              <a:rPr lang="en-US" dirty="0"/>
              <a:t>Uses Java Reflection + Bytecode Rewriting to override method behavior</a:t>
            </a:r>
          </a:p>
          <a:p>
            <a:pPr lvl="1"/>
            <a:r>
              <a:rPr lang="en-US" dirty="0"/>
              <a:t>Yes, method bytecode of mocks is literally rewritten during the test!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Mockito terminology:</a:t>
            </a:r>
          </a:p>
          <a:p>
            <a:pPr lvl="1"/>
            <a:r>
              <a:rPr lang="en-US" dirty="0"/>
              <a:t>Test double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Mock</a:t>
            </a:r>
            <a:r>
              <a:rPr lang="en-US" dirty="0"/>
              <a:t>, Act of creating a mock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Mocking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C6206-1782-EA9D-C94B-E49535E7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639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Mock Object does not execute your code!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A6DEC93-9886-CA95-4419-3E1257A6B513}"/>
              </a:ext>
            </a:extLst>
          </p:cNvPr>
          <p:cNvSpPr/>
          <p:nvPr/>
        </p:nvSpPr>
        <p:spPr>
          <a:xfrm>
            <a:off x="6917802" y="1862163"/>
            <a:ext cx="4588778" cy="458877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member variables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constructor</a:t>
            </a:r>
          </a:p>
          <a:p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 code for rent</a:t>
            </a:r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{}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 code for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“Mock for Cat, …”;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47DAB-D737-ECCA-080C-83D58F0786BE}"/>
              </a:ext>
            </a:extLst>
          </p:cNvPr>
          <p:cNvSpPr txBox="1"/>
          <p:nvPr/>
        </p:nvSpPr>
        <p:spPr>
          <a:xfrm>
            <a:off x="6776268" y="1521444"/>
            <a:ext cx="487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Mockito.mock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Cat.class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2B548066-E6EE-E839-823F-73CD4A0592F5}"/>
              </a:ext>
            </a:extLst>
          </p:cNvPr>
          <p:cNvSpPr/>
          <p:nvPr/>
        </p:nvSpPr>
        <p:spPr>
          <a:xfrm>
            <a:off x="237258" y="1994583"/>
            <a:ext cx="4953506" cy="426958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Cat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Cat(String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this.name =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payment;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name + “ “ +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93C36F-6BB1-E02C-FFA7-46DA8104684C}"/>
              </a:ext>
            </a:extLst>
          </p:cNvPr>
          <p:cNvSpPr txBox="1"/>
          <p:nvPr/>
        </p:nvSpPr>
        <p:spPr>
          <a:xfrm>
            <a:off x="760591" y="1521444"/>
            <a:ext cx="390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Cat(“Tabby”);</a:t>
            </a:r>
          </a:p>
        </p:txBody>
      </p:sp>
    </p:spTree>
    <p:extLst>
      <p:ext uri="{BB962C8B-B14F-4D97-AF65-F5344CB8AC3E}">
        <p14:creationId xmlns:p14="http://schemas.microsoft.com/office/powerpoint/2010/main" val="399107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1B9D-E822-17FE-900E-C840AE9D9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Stub: A Fake Method with No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9368B3-E1F3-3752-07E8-743B0A0CB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668000" cy="17526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Rewrites </a:t>
            </a:r>
            <a:r>
              <a:rPr lang="en-US" sz="2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stub to return “Tabby”</a:t>
            </a:r>
          </a:p>
          <a:p>
            <a:pPr algn="l"/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Mockito.when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thenReturn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“Tabby”</a:t>
            </a:r>
            <a:r>
              <a:rPr lang="en-US" sz="2800" b="1" dirty="0">
                <a:solidFill>
                  <a:srgbClr val="8989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51CD0-04E1-AE57-DA3A-AEE953E5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479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6CDE-CFDD-16E2-28F1-EEC93476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Stubbing Getter Methods Emulates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99F3-C0BE-9CCF-E4B8-09E22A3F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1302653" cy="4525963"/>
          </a:xfrm>
        </p:spPr>
        <p:txBody>
          <a:bodyPr>
            <a:normAutofit/>
          </a:bodyPr>
          <a:lstStyle/>
          <a:p>
            <a:r>
              <a:rPr lang="en-US" dirty="0"/>
              <a:t>OOP 101: objects have </a:t>
            </a:r>
            <a:r>
              <a:rPr lang="en-US" i="1" dirty="0"/>
              <a:t>data encapsulation</a:t>
            </a:r>
            <a:endParaRPr lang="en-US" dirty="0"/>
          </a:p>
          <a:p>
            <a:pPr lvl="1"/>
            <a:r>
              <a:rPr lang="en-US" i="1" dirty="0"/>
              <a:t>Data encapsulation</a:t>
            </a:r>
            <a:r>
              <a:rPr lang="en-US" dirty="0"/>
              <a:t>: private members are not visible from outside</a:t>
            </a:r>
          </a:p>
          <a:p>
            <a:pPr lvl="1"/>
            <a:r>
              <a:rPr lang="en-US" dirty="0"/>
              <a:t>Only way to query private state is through </a:t>
            </a:r>
            <a:r>
              <a:rPr lang="en-US" i="1" dirty="0"/>
              <a:t>getter</a:t>
            </a:r>
            <a:r>
              <a:rPr lang="en-US" dirty="0"/>
              <a:t> methods</a:t>
            </a:r>
          </a:p>
          <a:p>
            <a:pPr lvl="1"/>
            <a:r>
              <a:rPr lang="en-US" i="1" dirty="0"/>
              <a:t>Getter</a:t>
            </a:r>
            <a:r>
              <a:rPr lang="en-US" dirty="0"/>
              <a:t>: a method that returns the value of a private member variable</a:t>
            </a:r>
          </a:p>
          <a:p>
            <a:endParaRPr lang="en-US" dirty="0"/>
          </a:p>
          <a:p>
            <a:r>
              <a:rPr lang="en-US" dirty="0"/>
              <a:t>What if a </a:t>
            </a:r>
            <a:r>
              <a:rPr lang="en-US" b="1" dirty="0"/>
              <a:t>precondition</a:t>
            </a:r>
            <a:r>
              <a:rPr lang="en-US" dirty="0"/>
              <a:t> specifies a state for a mock object?</a:t>
            </a:r>
          </a:p>
          <a:p>
            <a:pPr lvl="1"/>
            <a:r>
              <a:rPr lang="en-US" dirty="0"/>
              <a:t>E.g. Cat has a name of “Tabby” and a net worth of 300 dollars.</a:t>
            </a:r>
          </a:p>
          <a:p>
            <a:pPr lvl="1"/>
            <a:r>
              <a:rPr lang="en-US" dirty="0"/>
              <a:t>Answer: rewrite </a:t>
            </a:r>
            <a:r>
              <a:rPr lang="en-US" i="1" dirty="0"/>
              <a:t>getter</a:t>
            </a:r>
            <a:r>
              <a:rPr lang="en-US" dirty="0"/>
              <a:t> methods to return specified state!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C6206-1782-EA9D-C94B-E49535E7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564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6CDE-CFDD-16E2-28F1-EEC93476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Stubbing sets up preconditions.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99F3-C0BE-9CCF-E4B8-09E22A3F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1302653" cy="1143001"/>
          </a:xfrm>
        </p:spPr>
        <p:txBody>
          <a:bodyPr>
            <a:normAutofit/>
          </a:bodyPr>
          <a:lstStyle/>
          <a:p>
            <a:r>
              <a:rPr lang="en-US" dirty="0"/>
              <a:t>In Mockito terminology:</a:t>
            </a:r>
          </a:p>
          <a:p>
            <a:pPr lvl="1"/>
            <a:r>
              <a:rPr lang="en-US" dirty="0"/>
              <a:t>Fake method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Stub</a:t>
            </a:r>
            <a:r>
              <a:rPr lang="en-US" dirty="0"/>
              <a:t>, Act of changing method return value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Stubbing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C6206-1782-EA9D-C94B-E49535E7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A817DB-8F16-02FD-02AD-0F1242EAD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98" y="2878533"/>
            <a:ext cx="678180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615186-17A5-B93C-574F-9C4EFF6F57DB}"/>
              </a:ext>
            </a:extLst>
          </p:cNvPr>
          <p:cNvSpPr txBox="1">
            <a:spLocks/>
          </p:cNvSpPr>
          <p:nvPr/>
        </p:nvSpPr>
        <p:spPr>
          <a:xfrm>
            <a:off x="7641265" y="2925766"/>
            <a:ext cx="4270987" cy="31560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Grafts apple tree limb to the stub of another tree.</a:t>
            </a:r>
          </a:p>
          <a:p>
            <a:r>
              <a:rPr lang="en-US" sz="2800" dirty="0"/>
              <a:t>For all purposes, tree acts like an apple tree!</a:t>
            </a:r>
          </a:p>
          <a:p>
            <a:pPr lvl="1"/>
            <a:r>
              <a:rPr lang="en-US" sz="2400" dirty="0"/>
              <a:t>If precondition says red apples, stub red apples</a:t>
            </a:r>
          </a:p>
          <a:p>
            <a:pPr lvl="1"/>
            <a:r>
              <a:rPr lang="en-US" sz="2400" dirty="0"/>
              <a:t>If precondition says green apples, stub green apples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CEEE1-6167-4A6A-92EF-1D45AA9B6FCC}"/>
              </a:ext>
            </a:extLst>
          </p:cNvPr>
          <p:cNvSpPr txBox="1"/>
          <p:nvPr/>
        </p:nvSpPr>
        <p:spPr>
          <a:xfrm>
            <a:off x="4027118" y="6187074"/>
            <a:ext cx="3293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Courtesy: Bainbridge Island Fruit Club</a:t>
            </a:r>
          </a:p>
        </p:txBody>
      </p:sp>
    </p:spTree>
    <p:extLst>
      <p:ext uri="{BB962C8B-B14F-4D97-AF65-F5344CB8AC3E}">
        <p14:creationId xmlns:p14="http://schemas.microsoft.com/office/powerpoint/2010/main" val="1620310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cat named “Tabby”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237258" y="1994583"/>
            <a:ext cx="4953506" cy="426958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Cat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Cat(String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this.name =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payment;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name + “ “ +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A6DEC93-9886-CA95-4419-3E1257A6B513}"/>
              </a:ext>
            </a:extLst>
          </p:cNvPr>
          <p:cNvSpPr/>
          <p:nvPr/>
        </p:nvSpPr>
        <p:spPr>
          <a:xfrm>
            <a:off x="6917802" y="1862163"/>
            <a:ext cx="4588778" cy="458877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{}</a:t>
            </a:r>
          </a:p>
          <a:p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returns “Tabby 0”!</a:t>
            </a:r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strike="sngStrik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“Mock for Cat, …”;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“Tabby 0”;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47DAB-D737-ECCA-080C-83D58F0786BE}"/>
              </a:ext>
            </a:extLst>
          </p:cNvPr>
          <p:cNvSpPr txBox="1"/>
          <p:nvPr/>
        </p:nvSpPr>
        <p:spPr>
          <a:xfrm>
            <a:off x="5105139" y="1244445"/>
            <a:ext cx="7215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Mockito.mock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Cat.class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Mockito.when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thenReturn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0”);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54234-2A99-C086-0196-B98FFCDF5AFB}"/>
              </a:ext>
            </a:extLst>
          </p:cNvPr>
          <p:cNvSpPr txBox="1"/>
          <p:nvPr/>
        </p:nvSpPr>
        <p:spPr>
          <a:xfrm>
            <a:off x="760591" y="1521444"/>
            <a:ext cx="390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Cat(“Tabby”);</a:t>
            </a:r>
          </a:p>
        </p:txBody>
      </p:sp>
    </p:spTree>
    <p:extLst>
      <p:ext uri="{BB962C8B-B14F-4D97-AF65-F5344CB8AC3E}">
        <p14:creationId xmlns:p14="http://schemas.microsoft.com/office/powerpoint/2010/main" val="3840990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cat named “Tabby” with net worth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237258" y="1994583"/>
            <a:ext cx="4953506" cy="426958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Cat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Cat(String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this.name =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payment;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name + “ “ +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A6DEC93-9886-CA95-4419-3E1257A6B513}"/>
              </a:ext>
            </a:extLst>
          </p:cNvPr>
          <p:cNvSpPr/>
          <p:nvPr/>
        </p:nvSpPr>
        <p:spPr>
          <a:xfrm>
            <a:off x="6917802" y="1862163"/>
            <a:ext cx="4588778" cy="458877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{}</a:t>
            </a:r>
          </a:p>
          <a:p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returns “Tabby 5”!</a:t>
            </a:r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strike="sngStrike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“Mock for Cat, …”;</a:t>
            </a:r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“Tabby 5”;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47DAB-D737-ECCA-080C-83D58F0786BE}"/>
              </a:ext>
            </a:extLst>
          </p:cNvPr>
          <p:cNvSpPr txBox="1"/>
          <p:nvPr/>
        </p:nvSpPr>
        <p:spPr>
          <a:xfrm>
            <a:off x="5105139" y="1244445"/>
            <a:ext cx="7215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Mockito.mock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Cat.class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Mockito.when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thenReturn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5”);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54234-2A99-C086-0196-B98FFCDF5AFB}"/>
              </a:ext>
            </a:extLst>
          </p:cNvPr>
          <p:cNvSpPr txBox="1"/>
          <p:nvPr/>
        </p:nvSpPr>
        <p:spPr>
          <a:xfrm>
            <a:off x="760591" y="1244445"/>
            <a:ext cx="3906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Cat(“Tabby”);</a:t>
            </a:r>
          </a:p>
          <a:p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cat.rent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</p:txBody>
      </p:sp>
    </p:spTree>
    <p:extLst>
      <p:ext uri="{BB962C8B-B14F-4D97-AF65-F5344CB8AC3E}">
        <p14:creationId xmlns:p14="http://schemas.microsoft.com/office/powerpoint/2010/main" val="402872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 </a:t>
            </a:r>
            <a:r>
              <a:rPr lang="en-US" dirty="0" err="1"/>
              <a:t>listCats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09598" y="1545021"/>
            <a:ext cx="10972801" cy="4719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fr-FR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IntegrationTest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testListCats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Preconditions: System has a cat named “Tabby”, net worth 300, ID 1.</a:t>
            </a: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Cat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Cat(“Tabby”);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rentACat.addCat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cat);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rentACat.rentCat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3);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Execution Steps: List all cats in the system.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str =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rentACat.listCats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Postconditions: “Tabby” is listed with net worth 300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300\n”, str);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0822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</a:t>
            </a:r>
            <a:r>
              <a:rPr lang="en-US" dirty="0" err="1"/>
              <a:t>listCats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09598" y="1534510"/>
            <a:ext cx="10972801" cy="472965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r>
              <a:rPr lang="fr-FR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testListCats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Preconditions: System has a cat named “Tabby”, net worth 300, ID 1.</a:t>
            </a:r>
            <a:endParaRPr lang="en-US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Cat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Mockito.mock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Cat.class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Mockito.when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thenReturn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300”);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rentACat.addCat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cat);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Execution Steps: List all cats in the system.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str =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rentACat.listCats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Postconditions: “Tabby” is listed with net worth 300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300\n”, str);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3496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1B9D-E822-17FE-900E-C840AE9D9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Behavior Verification:</a:t>
            </a:r>
            <a:br>
              <a:rPr lang="en-US" dirty="0"/>
            </a:br>
            <a:r>
              <a:rPr lang="en-US" dirty="0"/>
              <a:t>Allows postcondition checks on Mocks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9368B3-E1F3-3752-07E8-743B0A0CB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440443" cy="17526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Verifies rent(300) has been called on cat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Mockito.verify</a:t>
            </a:r>
            <a:r>
              <a:rPr lang="en-US" sz="2800" b="1" dirty="0">
                <a:solidFill>
                  <a:srgbClr val="8989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sz="2800" b="1" dirty="0">
                <a:solidFill>
                  <a:srgbClr val="8989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rent(300)</a:t>
            </a:r>
            <a:r>
              <a:rPr lang="en-US" sz="2800" b="1" dirty="0">
                <a:solidFill>
                  <a:srgbClr val="89898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51CD0-04E1-AE57-DA3A-AEE953E5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018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6CDE-CFDD-16E2-28F1-EEC93476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state cannot (and should not) be checked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99F3-C0BE-9CCF-E4B8-09E22A3F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1302653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What if a postcondition specifies a state for a mock object?</a:t>
            </a:r>
          </a:p>
          <a:p>
            <a:pPr lvl="1"/>
            <a:r>
              <a:rPr lang="en-US" dirty="0"/>
              <a:t>E.g. Cat has net worth of 300 dollars after being rented out for 3 days.</a:t>
            </a:r>
          </a:p>
          <a:p>
            <a:pPr lvl="1"/>
            <a:endParaRPr lang="en-US" dirty="0"/>
          </a:p>
          <a:p>
            <a:r>
              <a:rPr lang="en-US" dirty="0"/>
              <a:t>First Answer: Cannot be done.</a:t>
            </a:r>
          </a:p>
          <a:p>
            <a:pPr lvl="1"/>
            <a:r>
              <a:rPr lang="en-US" dirty="0"/>
              <a:t>Mock cat has no state so there is nothing to check.</a:t>
            </a:r>
          </a:p>
          <a:p>
            <a:pPr lvl="1"/>
            <a:r>
              <a:rPr lang="en-US" dirty="0"/>
              <a:t>What if we emulated the state to check through stubbing?</a:t>
            </a:r>
          </a:p>
          <a:p>
            <a:pPr lvl="1">
              <a:buFontTx/>
              <a:buChar char=" 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Mockito.when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thenReturn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“Tabby 300”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>
              <a:buFontTx/>
              <a:buChar char=" 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“Tabby 300”,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/>
          </a:p>
          <a:p>
            <a:pPr lvl="1">
              <a:buFontTx/>
              <a:buChar char=" "/>
            </a:pPr>
            <a:r>
              <a:rPr lang="en-US" dirty="0"/>
              <a:t>This is called a </a:t>
            </a:r>
            <a:r>
              <a:rPr lang="en-US" i="1" dirty="0"/>
              <a:t>tautological test</a:t>
            </a:r>
            <a:r>
              <a:rPr lang="en-US" dirty="0"/>
              <a:t>, because it always passes regardless of defects.</a:t>
            </a:r>
          </a:p>
          <a:p>
            <a:pPr lvl="1"/>
            <a:endParaRPr lang="en-US" dirty="0"/>
          </a:p>
          <a:p>
            <a:r>
              <a:rPr lang="en-US" dirty="0"/>
              <a:t>Second Answer: Should not be done.</a:t>
            </a:r>
          </a:p>
          <a:p>
            <a:pPr lvl="1"/>
            <a:r>
              <a:rPr lang="en-US" dirty="0"/>
              <a:t>You are checking something about Cat, which is beyond the scope of testing.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C6206-1782-EA9D-C94B-E49535E7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86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6CDE-CFDD-16E2-28F1-EEC93476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Modifications to Mock state </a:t>
            </a:r>
            <a:r>
              <a:rPr lang="en-US" i="1" dirty="0"/>
              <a:t>can</a:t>
            </a:r>
            <a:r>
              <a:rPr lang="en-US" dirty="0"/>
              <a:t> be checked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99F3-C0BE-9CCF-E4B8-09E22A3F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1302653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What if postcondition specifies a modification to the state of a mock object?</a:t>
            </a:r>
          </a:p>
          <a:p>
            <a:pPr lvl="1"/>
            <a:r>
              <a:rPr lang="en-US" dirty="0"/>
              <a:t>E.g. Cat is given a rent payment of 300 dollars, after being rented out for 3 days.</a:t>
            </a:r>
          </a:p>
          <a:p>
            <a:pPr lvl="1"/>
            <a:endParaRPr lang="en-US" dirty="0"/>
          </a:p>
          <a:p>
            <a:r>
              <a:rPr lang="en-US" dirty="0"/>
              <a:t>First Answer: Can be done.</a:t>
            </a:r>
          </a:p>
          <a:p>
            <a:pPr lvl="1"/>
            <a:r>
              <a:rPr lang="en-US" dirty="0"/>
              <a:t>Mockito framework keeps track of all calls to mock objects.</a:t>
            </a:r>
          </a:p>
          <a:p>
            <a:pPr lvl="1"/>
            <a:r>
              <a:rPr lang="en-US" dirty="0"/>
              <a:t>Can check that rent call has been made (once) with a certain payment argument:</a:t>
            </a:r>
          </a:p>
          <a:p>
            <a:pPr lvl="1">
              <a:buFontTx/>
              <a:buChar char=" 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Mockito.verify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rent(payment);</a:t>
            </a:r>
          </a:p>
          <a:p>
            <a:pPr lvl="1">
              <a:buFontTx/>
              <a:buChar char=" "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Mockito.verify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Mockito.times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(1)).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rent(payment);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Second Answer: Should be done.</a:t>
            </a:r>
          </a:p>
          <a:p>
            <a:pPr lvl="1"/>
            <a:r>
              <a:rPr lang="en-US" dirty="0"/>
              <a:t>You are checking something about </a:t>
            </a:r>
            <a:r>
              <a:rPr lang="en-US" dirty="0" err="1"/>
              <a:t>RentACat</a:t>
            </a:r>
            <a:r>
              <a:rPr lang="en-US" dirty="0"/>
              <a:t>, that it initiates the modification.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C6206-1782-EA9D-C94B-E49535E7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3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BE662251-B86E-0B1A-E61B-F44825861CD8}"/>
              </a:ext>
            </a:extLst>
          </p:cNvPr>
          <p:cNvSpPr/>
          <p:nvPr/>
        </p:nvSpPr>
        <p:spPr>
          <a:xfrm>
            <a:off x="6812702" y="1914713"/>
            <a:ext cx="4588778" cy="458877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state to check</a:t>
            </a:r>
          </a:p>
          <a:p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Just stubs (no code)</a:t>
            </a:r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{}</a:t>
            </a:r>
          </a:p>
          <a:p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&lt;stubbed value&gt;;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Setter methods are targets of behavior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E34573-666F-4839-B032-F0DA8C86B225}"/>
              </a:ext>
            </a:extLst>
          </p:cNvPr>
          <p:cNvSpPr/>
          <p:nvPr/>
        </p:nvSpPr>
        <p:spPr>
          <a:xfrm>
            <a:off x="401655" y="1162228"/>
            <a:ext cx="6135885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Cat&gt; cats;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Cat cat)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cats.put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(id, cat);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int days)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cats.get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(id).rent(days * 100);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listCats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(Cat cat :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cats.values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 +=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+ “\n”;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9FD37FBA-77FE-BDC6-8A75-F7F1AB5F6D97}"/>
              </a:ext>
            </a:extLst>
          </p:cNvPr>
          <p:cNvCxnSpPr>
            <a:cxnSpLocks/>
          </p:cNvCxnSpPr>
          <p:nvPr/>
        </p:nvCxnSpPr>
        <p:spPr>
          <a:xfrm>
            <a:off x="5171090" y="3605048"/>
            <a:ext cx="2357052" cy="503489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F216288-F67C-3E38-223A-A6C72DD8D447}"/>
              </a:ext>
            </a:extLst>
          </p:cNvPr>
          <p:cNvSpPr txBox="1"/>
          <p:nvPr/>
        </p:nvSpPr>
        <p:spPr>
          <a:xfrm>
            <a:off x="401655" y="5491797"/>
            <a:ext cx="11354390" cy="954107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 Cat has no state to verify.</a:t>
            </a:r>
          </a:p>
          <a:p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Instead, check that </a:t>
            </a:r>
            <a:r>
              <a:rPr lang="en-US" sz="28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correctly pays the Cat.</a:t>
            </a:r>
          </a:p>
        </p:txBody>
      </p:sp>
    </p:spTree>
    <p:extLst>
      <p:ext uri="{BB962C8B-B14F-4D97-AF65-F5344CB8AC3E}">
        <p14:creationId xmlns:p14="http://schemas.microsoft.com/office/powerpoint/2010/main" val="232480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BE662251-B86E-0B1A-E61B-F44825861CD8}"/>
              </a:ext>
            </a:extLst>
          </p:cNvPr>
          <p:cNvSpPr/>
          <p:nvPr/>
        </p:nvSpPr>
        <p:spPr>
          <a:xfrm>
            <a:off x="6812702" y="1914713"/>
            <a:ext cx="4588778" cy="458877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state to check</a:t>
            </a:r>
          </a:p>
          <a:p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Just stubs (no code)</a:t>
            </a:r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{}</a:t>
            </a:r>
          </a:p>
          <a:p>
            <a:endParaRPr lang="en-US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&lt;stubbed value&gt;;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Getter methods are not targets of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E34573-666F-4839-B032-F0DA8C86B225}"/>
              </a:ext>
            </a:extLst>
          </p:cNvPr>
          <p:cNvSpPr/>
          <p:nvPr/>
        </p:nvSpPr>
        <p:spPr>
          <a:xfrm>
            <a:off x="401655" y="1162228"/>
            <a:ext cx="6135885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Cat&gt; cats;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Cat cat)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cats.put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(id, cat);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int days)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cats.get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(id).rent(days * 100);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listCats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(Cat cat :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cats.values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 +=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+ “\n”;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9FD37FBA-77FE-BDC6-8A75-F7F1AB5F6D97}"/>
              </a:ext>
            </a:extLst>
          </p:cNvPr>
          <p:cNvCxnSpPr>
            <a:cxnSpLocks/>
          </p:cNvCxnSpPr>
          <p:nvPr/>
        </p:nvCxnSpPr>
        <p:spPr>
          <a:xfrm flipV="1">
            <a:off x="4330995" y="4628707"/>
            <a:ext cx="3196856" cy="340242"/>
          </a:xfrm>
          <a:prstGeom prst="curvedConnector3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F216288-F67C-3E38-223A-A6C72DD8D447}"/>
              </a:ext>
            </a:extLst>
          </p:cNvPr>
          <p:cNvSpPr txBox="1"/>
          <p:nvPr/>
        </p:nvSpPr>
        <p:spPr>
          <a:xfrm>
            <a:off x="196788" y="5525354"/>
            <a:ext cx="11798423" cy="830997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Testing is checking observed behavior == expected behavior.</a:t>
            </a:r>
          </a:p>
          <a:p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Calling 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doesn’t result in changes to observed state.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9F0DB-F123-C103-FC69-E5B3149D9ACA}"/>
              </a:ext>
            </a:extLst>
          </p:cNvPr>
          <p:cNvSpPr txBox="1"/>
          <p:nvPr/>
        </p:nvSpPr>
        <p:spPr>
          <a:xfrm>
            <a:off x="5478326" y="4353135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Verify?</a:t>
            </a:r>
          </a:p>
        </p:txBody>
      </p:sp>
    </p:spTree>
    <p:extLst>
      <p:ext uri="{BB962C8B-B14F-4D97-AF65-F5344CB8AC3E}">
        <p14:creationId xmlns:p14="http://schemas.microsoft.com/office/powerpoint/2010/main" val="340352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BE662251-B86E-0B1A-E61B-F44825861CD8}"/>
              </a:ext>
            </a:extLst>
          </p:cNvPr>
          <p:cNvSpPr/>
          <p:nvPr/>
        </p:nvSpPr>
        <p:spPr>
          <a:xfrm>
            <a:off x="6812702" y="1914713"/>
            <a:ext cx="4588778" cy="458877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New version of Cat</a:t>
            </a:r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{…}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{…}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{…}</a:t>
            </a: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getNetWorth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{…}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Getter methods are not targets of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E34573-666F-4839-B032-F0DA8C86B225}"/>
              </a:ext>
            </a:extLst>
          </p:cNvPr>
          <p:cNvSpPr/>
          <p:nvPr/>
        </p:nvSpPr>
        <p:spPr>
          <a:xfrm>
            <a:off x="401655" y="1162228"/>
            <a:ext cx="6135885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New version of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listCats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listCats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(Cat cat :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cats.values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 +=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cat.getName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+ “ “ +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cat.getNetWorth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+ “\n”;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ACDE2-B534-6CB8-3FB4-8A3AC9763206}"/>
              </a:ext>
            </a:extLst>
          </p:cNvPr>
          <p:cNvSpPr txBox="1"/>
          <p:nvPr/>
        </p:nvSpPr>
        <p:spPr>
          <a:xfrm>
            <a:off x="196788" y="5525354"/>
            <a:ext cx="11825091" cy="461665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Verifying 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fails even when 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behavior is same.</a:t>
            </a:r>
          </a:p>
        </p:txBody>
      </p:sp>
    </p:spTree>
    <p:extLst>
      <p:ext uri="{BB962C8B-B14F-4D97-AF65-F5344CB8AC3E}">
        <p14:creationId xmlns:p14="http://schemas.microsoft.com/office/powerpoint/2010/main" val="2532358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 </a:t>
            </a:r>
            <a:r>
              <a:rPr lang="en-US" dirty="0" err="1"/>
              <a:t>rentCat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09598" y="1545021"/>
            <a:ext cx="10972801" cy="4719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fr-FR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IntegrationTest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testRentCat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Preconditions: System has cat named “Tabby”, net worth 0, ID 1.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Cat(“Tabby”);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rentACat.addCat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cat);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Execution Steps: Rent out “Tabby” for 3 days (100 USD / day).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rentACat.rentCat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Postconditions: “Tabby” has net worth 300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300”,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7404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Testing </a:t>
            </a:r>
            <a:r>
              <a:rPr lang="en-US" dirty="0" err="1"/>
              <a:t>rentCat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09598" y="1545021"/>
            <a:ext cx="10972801" cy="4719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testRentCat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Preconditions: System has cat named “Tabby”, net worth 0, ID 1.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Mockito.mock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Cat.class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Mockito.when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thenReturn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0”);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rentACat.addCat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cat);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Execution Steps: Rent out “Tabby” for 3 days (100 USD / day).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rentACat.rentCat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Postconditions: “Tabby” is given payment of 300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Mockito.verify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(cat).rent(300);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31335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Pitfall 1: Using Verify on a Getter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09598" y="1534510"/>
            <a:ext cx="10972801" cy="472965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r>
              <a:rPr lang="fr-FR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testListCats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Preconditions: System has cat named “Tabby”, net worth 0, ID 1.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Mockito.mock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Cat.class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Mockito.when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()).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thenReturn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300”);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rentACat.addCat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cat);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Execution Steps: List all cats in the system.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str =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rentACat.listCats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Postconditions: The list consists of “Tabby” with net worth 300.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strike="sngStrike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Mockito.verify</a:t>
            </a:r>
            <a:r>
              <a:rPr lang="en-US" b="1" strike="sngStrik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(cat).</a:t>
            </a:r>
            <a:r>
              <a:rPr lang="en-US" b="1" strike="sngStrike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strike="sngStrik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Pointless. Nothing to do with outcome.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300\n”, str);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is what you should be testing!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6793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2549-D362-2697-AA63-5BAFBB16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Pitfall 2: Using Mockito API on Real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152C-9DEA-AA01-04A2-B19CE028F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504428" cy="45259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It does not work.</a:t>
            </a:r>
          </a:p>
          <a:p>
            <a:pPr lvl="1"/>
            <a:r>
              <a:rPr lang="en-US" dirty="0" err="1"/>
              <a:t>Mockito.when</a:t>
            </a:r>
            <a:r>
              <a:rPr lang="en-US" dirty="0"/>
              <a:t> and Mockito.verify only work on mock objects.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There is no reason to do it.*</a:t>
            </a:r>
          </a:p>
          <a:p>
            <a:pPr lvl="1"/>
            <a:r>
              <a:rPr lang="en-US" dirty="0" err="1"/>
              <a:t>Mockito.when</a:t>
            </a:r>
            <a:r>
              <a:rPr lang="en-US" dirty="0"/>
              <a:t>: no reason to rewrite method for real object.</a:t>
            </a:r>
          </a:p>
          <a:p>
            <a:pPr lvl="1"/>
            <a:r>
              <a:rPr lang="en-US" dirty="0"/>
              <a:t>Mockito.verify: no reason to verify a real method has been called.</a:t>
            </a:r>
          </a:p>
          <a:p>
            <a:pPr lvl="1"/>
            <a:endParaRPr lang="en-US" dirty="0"/>
          </a:p>
          <a:p>
            <a:pPr>
              <a:buFont typeface="Calibri" panose="020F0502020204030204" pitchFamily="34" charset="0"/>
              <a:buChar char="*"/>
            </a:pPr>
            <a:r>
              <a:rPr lang="en-US" sz="2600" dirty="0" err="1"/>
              <a:t>Mockito.spy</a:t>
            </a:r>
            <a:r>
              <a:rPr lang="en-US" sz="2600" dirty="0"/>
              <a:t> allows creation of a “partial” mock object</a:t>
            </a:r>
          </a:p>
          <a:p>
            <a:pPr lvl="1"/>
            <a:r>
              <a:rPr lang="en-US" sz="2200" dirty="0"/>
              <a:t>Part of the object is real, part of the object is rewritten using </a:t>
            </a:r>
            <a:r>
              <a:rPr lang="en-US" sz="2200" dirty="0" err="1"/>
              <a:t>Mockito.when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Per Mockito manual: “spies should be used </a:t>
            </a:r>
            <a:r>
              <a:rPr lang="en-US" sz="2200" b="1" dirty="0"/>
              <a:t>carefully and occasionally</a:t>
            </a:r>
            <a:r>
              <a:rPr lang="en-US" sz="2200" dirty="0"/>
              <a:t>”.</a:t>
            </a:r>
          </a:p>
          <a:p>
            <a:pPr lvl="1"/>
            <a:r>
              <a:rPr lang="en-US" sz="2200" dirty="0"/>
              <a:t>Outside this scope of this class (you will have no reason to use it).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C8CB-880C-D2F2-01C9-EFB2BEB5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218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has Uses Other than 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Robustness testing: for emulating hardware device failures</a:t>
            </a:r>
          </a:p>
          <a:p>
            <a:pPr marL="857250" lvl="1" indent="-457200"/>
            <a:r>
              <a:rPr lang="en-US" sz="2400" dirty="0"/>
              <a:t>Hard to induce failures in real devices such as hard disks</a:t>
            </a:r>
          </a:p>
          <a:p>
            <a:pPr marL="857250" lvl="1" indent="-457200"/>
            <a:r>
              <a:rPr lang="en-US" sz="2400" dirty="0"/>
              <a:t>Emulate failure in mock device to test how the system responds</a:t>
            </a:r>
          </a:p>
          <a:p>
            <a:pPr marL="857250" lvl="1" indent="-457200"/>
            <a:endParaRPr lang="en-US" sz="2400" dirty="0"/>
          </a:p>
          <a:p>
            <a:r>
              <a:rPr lang="en-US" sz="2800"/>
              <a:t>Repeatable </a:t>
            </a:r>
            <a:r>
              <a:rPr lang="en-US" sz="2800" dirty="0"/>
              <a:t>testing: for controlling random number generation</a:t>
            </a:r>
          </a:p>
          <a:p>
            <a:pPr marL="857250" lvl="1" indent="-457200"/>
            <a:r>
              <a:rPr lang="en-US" sz="2400" dirty="0"/>
              <a:t>Hard to test programs that rely on random number generators</a:t>
            </a:r>
          </a:p>
          <a:p>
            <a:pPr marL="857250" lvl="1" indent="-457200"/>
            <a:r>
              <a:rPr lang="en-US" sz="2400" dirty="0"/>
              <a:t>Decide exactly what numbers get generated using mock generators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277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1B9D-E822-17FE-900E-C840AE9D9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Limitations of Mockito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9368B3-E1F3-3752-07E8-743B0A0CBF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Mockito is not best </a:t>
            </a:r>
            <a:r>
              <a:rPr lang="en-US"/>
              <a:t>for mocking complex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51CD0-04E1-AE57-DA3A-AEE953E5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309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</a:t>
            </a:r>
            <a:r>
              <a:rPr lang="en-US" dirty="0" err="1"/>
              <a:t>rentCat</a:t>
            </a:r>
            <a:r>
              <a:rPr lang="en-US" dirty="0"/>
              <a:t> cannot be tested using mock cats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E34573-666F-4839-B032-F0DA8C86B225}"/>
              </a:ext>
            </a:extLst>
          </p:cNvPr>
          <p:cNvSpPr/>
          <p:nvPr/>
        </p:nvSpPr>
        <p:spPr>
          <a:xfrm>
            <a:off x="210207" y="1162228"/>
            <a:ext cx="6418687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HashMap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Cat&gt; cats;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Cat cat)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cats.put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(id, cat);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cat displays two different states.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Can’t stub 2 values on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id, int days)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Cat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cats.get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(id).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ret =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“\n”;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cat.rent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(days * 100);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 +=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cat.toString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“\n”;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848239" y="1162228"/>
            <a:ext cx="4953506" cy="54211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Cat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Cat(String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this.name =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payment;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name + “ “ +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netWorth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2070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a Fake Class when Mocking doesn’t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35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963850" y="1545021"/>
            <a:ext cx="5102024" cy="471914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FakeCat3Days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Cat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Tabby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0";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Cat(String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{}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Tabby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300";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CDADDA53-F811-113E-A76F-50F7B197EEB6}"/>
              </a:ext>
            </a:extLst>
          </p:cNvPr>
          <p:cNvSpPr/>
          <p:nvPr/>
        </p:nvSpPr>
        <p:spPr>
          <a:xfrm>
            <a:off x="126126" y="1545021"/>
            <a:ext cx="6695092" cy="4719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testRentCat3Days() {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Cat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FakeCat3Days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(“Tabby”);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rentACat.addCat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cat);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str =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rentACat.rentCat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3);	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0\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nTabby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300\n”, str);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414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927-306B-4400-B771-663FABFB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Fake Class for Another Test 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0663-CFCF-4ADF-9515-1CB0EF84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BD6EF0-45ED-44CA-A287-07684B31BF62}"/>
              </a:ext>
            </a:extLst>
          </p:cNvPr>
          <p:cNvSpPr/>
          <p:nvPr/>
        </p:nvSpPr>
        <p:spPr>
          <a:xfrm>
            <a:off x="6963850" y="1545021"/>
            <a:ext cx="5102024" cy="471914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FakeCat5Days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Cat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Tabby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0";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Cat(String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{}</a:t>
            </a:r>
          </a:p>
          <a:p>
            <a:endParaRPr lang="fr-FR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rent(int payment)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FR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Tabby</a:t>
            </a:r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500";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ret;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CDADDA53-F811-113E-A76F-50F7B197EEB6}"/>
              </a:ext>
            </a:extLst>
          </p:cNvPr>
          <p:cNvSpPr/>
          <p:nvPr/>
        </p:nvSpPr>
        <p:spPr>
          <a:xfrm>
            <a:off x="126126" y="1545021"/>
            <a:ext cx="6695092" cy="471914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rIns="0" rtlCol="0" anchor="ctr"/>
          <a:lstStyle/>
          <a:p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fr-FR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r>
              <a:rPr lang="fr-FR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testRentCat5Days() {</a:t>
            </a: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Cat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FakeCat5Days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(“Tabby”);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rentACat.addCat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cat);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str =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rentACat.rentCat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5);	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</a:p>
          <a:p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(“Tabby 0\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nTabby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500\n”, str);</a:t>
            </a:r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06340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6C62-9FAD-0AB8-794D-F06BCBEBB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Create a Fake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82F54-2409-AA5D-07C6-1E0785948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 from class you want to fake</a:t>
            </a:r>
          </a:p>
          <a:p>
            <a:endParaRPr lang="en-US" dirty="0"/>
          </a:p>
          <a:p>
            <a:r>
              <a:rPr lang="en-US" dirty="0"/>
              <a:t>Override methods to remove as much code as possible</a:t>
            </a:r>
          </a:p>
          <a:p>
            <a:endParaRPr lang="en-US" dirty="0"/>
          </a:p>
          <a:p>
            <a:r>
              <a:rPr lang="en-US" dirty="0"/>
              <a:t>Insert minimum amount of code to emulate correct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6147E-B4F7-4066-1E1D-9D5ED7C5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73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Please Read Textbook </a:t>
            </a:r>
            <a:r>
              <a:rPr lang="en-US"/>
              <a:t>Chapter 14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Mockito User Manual:</a:t>
            </a:r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https://javadoc.io/static/org.mockito/mockito-core/3.2.4/org/mockito/Mockito.html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dirty="0"/>
              <a:t>Try </a:t>
            </a:r>
            <a:r>
              <a:rPr lang="en-US" dirty="0" err="1"/>
              <a:t>sample_code</a:t>
            </a:r>
            <a:r>
              <a:rPr lang="en-US" dirty="0"/>
              <a:t>/</a:t>
            </a:r>
            <a:r>
              <a:rPr lang="en-US" dirty="0" err="1"/>
              <a:t>junit_example</a:t>
            </a:r>
            <a:r>
              <a:rPr lang="en-US" dirty="0"/>
              <a:t> to get some practice</a:t>
            </a:r>
          </a:p>
          <a:p>
            <a:endParaRPr lang="en-US" dirty="0"/>
          </a:p>
          <a:p>
            <a:r>
              <a:rPr lang="en-US" dirty="0"/>
              <a:t>Further reading: “Mocks Aren't Stubs”:</a:t>
            </a:r>
          </a:p>
          <a:p>
            <a:pPr marL="0" indent="0">
              <a:buNone/>
            </a:pPr>
            <a:r>
              <a:rPr lang="en-US" sz="2400" dirty="0">
                <a:hlinkClick r:id="rId3"/>
              </a:rPr>
              <a:t>https://martinfowler.com/articles/mocksArentStubs.html</a:t>
            </a:r>
            <a:endParaRPr lang="en-US" sz="2400" dirty="0"/>
          </a:p>
          <a:p>
            <a:pPr lvl="1"/>
            <a:r>
              <a:rPr lang="en-US" dirty="0"/>
              <a:t>Compares the </a:t>
            </a:r>
            <a:r>
              <a:rPr lang="en-US" dirty="0" err="1"/>
              <a:t>Mockist</a:t>
            </a:r>
            <a:r>
              <a:rPr lang="en-US" dirty="0"/>
              <a:t> and Classicist schools of unit testing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718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8986</TotalTime>
  <Words>3806</Words>
  <Application>Microsoft Macintosh PowerPoint</Application>
  <PresentationFormat>Widescreen</PresentationFormat>
  <Paragraphs>670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Courier New</vt:lpstr>
      <vt:lpstr>Times New Roman</vt:lpstr>
      <vt:lpstr>Wingdings 2</vt:lpstr>
      <vt:lpstr>Office Theme</vt:lpstr>
      <vt:lpstr>1_Office Theme</vt:lpstr>
      <vt:lpstr>CS1632:  Unit Testing, part 2</vt:lpstr>
      <vt:lpstr>Mocks Allow True Unit Testing</vt:lpstr>
      <vt:lpstr>Unit Testing Control.getInput() with Dependencies</vt:lpstr>
      <vt:lpstr>First, let’s get rid of irrelevant classes</vt:lpstr>
      <vt:lpstr>What should we do with dependencies?</vt:lpstr>
      <vt:lpstr>Answer: Replace dependencies with fake objects!</vt:lpstr>
      <vt:lpstr>Test Doubles (or mocks) fake the real object</vt:lpstr>
      <vt:lpstr>Running Example: Rent-A-Cat System</vt:lpstr>
      <vt:lpstr>RentACat depends on Cat</vt:lpstr>
      <vt:lpstr>How can we test RentACat w/o Cat code?</vt:lpstr>
      <vt:lpstr>Mockito Framework</vt:lpstr>
      <vt:lpstr>Mock: A Fake Object with No Code</vt:lpstr>
      <vt:lpstr>Mockito: a framework for creating test doubles</vt:lpstr>
      <vt:lpstr>A Mock Object does not execute your code!</vt:lpstr>
      <vt:lpstr>Stub: A Fake Method with No Code</vt:lpstr>
      <vt:lpstr>Stubbing Getter Methods Emulates State</vt:lpstr>
      <vt:lpstr>Stubbing sets up preconditions.</vt:lpstr>
      <vt:lpstr>Creating a cat named “Tabby”</vt:lpstr>
      <vt:lpstr>Creating a cat named “Tabby” with net worth 5</vt:lpstr>
      <vt:lpstr>Integration Testing listCats()</vt:lpstr>
      <vt:lpstr>Unit Testing listCats()</vt:lpstr>
      <vt:lpstr>Behavior Verification: Allows postcondition checks on Mocks</vt:lpstr>
      <vt:lpstr>Mock state cannot (and should not) be checked</vt:lpstr>
      <vt:lpstr>Modifications to Mock state can be checked</vt:lpstr>
      <vt:lpstr>Setter methods are targets of behavior verification</vt:lpstr>
      <vt:lpstr>Getter methods are not targets of verification</vt:lpstr>
      <vt:lpstr>Getter methods are not targets of verification</vt:lpstr>
      <vt:lpstr>Integration Testing rentCat()</vt:lpstr>
      <vt:lpstr>Unit Testing rentCat()</vt:lpstr>
      <vt:lpstr>Pitfall 1: Using Verify on a Getter Method</vt:lpstr>
      <vt:lpstr>Pitfall 2: Using Mockito API on Real Objects</vt:lpstr>
      <vt:lpstr>Mocking has Uses Other than Unit Testing</vt:lpstr>
      <vt:lpstr>Limitations of Mockito</vt:lpstr>
      <vt:lpstr>Now rentCat cannot be tested using mock cats</vt:lpstr>
      <vt:lpstr>Create a Fake Class when Mocking doesn’t work</vt:lpstr>
      <vt:lpstr>Another Fake Class for Another Test Case</vt:lpstr>
      <vt:lpstr>How to Create a Fake Class</vt:lpstr>
      <vt:lpstr>Now Please Read Textbook Chapter 14</vt:lpstr>
    </vt:vector>
  </TitlesOfParts>
  <Company>University of Pittsburgh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CS1632, Lecture 10:  unit testing, part 2</dc:title>
  <dc:creator>William J. Laboon</dc:creator>
  <cp:lastModifiedBy>Wonsun Ahn</cp:lastModifiedBy>
  <cp:revision>552</cp:revision>
  <cp:lastPrinted>2019-09-18T15:17:16Z</cp:lastPrinted>
  <dcterms:created xsi:type="dcterms:W3CDTF">2016-05-26T18:03:59Z</dcterms:created>
  <dcterms:modified xsi:type="dcterms:W3CDTF">2026-09-16T13:29:56Z</dcterms:modified>
</cp:coreProperties>
</file>